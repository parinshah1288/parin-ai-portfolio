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92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3840" userDrawn="1">
          <p15:clr>
            <a:srgbClr val="A4A3A4"/>
          </p15:clr>
        </p15:guide>
        <p15:guide id="8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296" autoAdjust="0"/>
  </p:normalViewPr>
  <p:slideViewPr>
    <p:cSldViewPr snapToGrid="0">
      <p:cViewPr varScale="1">
        <p:scale>
          <a:sx n="152" d="100"/>
          <a:sy n="152" d="100"/>
        </p:scale>
        <p:origin x="652" y="9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27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7F7553-C578-48DC-B88A-E6FE28AFA2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D0C74C-D2A1-46D0-903F-BEC6863A52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CA8D80-BB85-4D53-9ECD-E5BF72D8BA6D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1C4A3C-3B43-40B4-BA79-03B7A67B8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FC152-4EBC-4FCB-99A3-C3B7F200BD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0B3A3-F6C4-48C3-8231-90FCE431DC4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640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16B02C-6DBB-48B7-B614-526A120A8EA2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678FC9-9086-42E9-9B0F-0195C142CD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070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_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6B855-995C-1225-6A02-C46FF326D4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92" y="365126"/>
            <a:ext cx="11319017" cy="930958"/>
          </a:xfrm>
        </p:spPr>
        <p:txBody>
          <a:bodyPr tIns="91440" bIns="0">
            <a:noAutofit/>
          </a:bodyPr>
          <a:lstStyle>
            <a:lvl1pPr algn="ctr">
              <a:defRPr sz="50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C7E382-139D-81C9-213E-ABB5438051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6492" y="1296083"/>
            <a:ext cx="11319017" cy="574675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300" baseline="0">
                <a:solidFill>
                  <a:schemeClr val="accent5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0A65FCCB-71AC-57AB-9072-A30D1F53FC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7769" y="2018446"/>
            <a:ext cx="1516483" cy="574675"/>
          </a:xfrm>
        </p:spPr>
        <p:txBody>
          <a:bodyPr>
            <a:noAutofit/>
          </a:bodyPr>
          <a:lstStyle>
            <a:lvl1pPr marL="0" indent="0" algn="l">
              <a:buNone/>
              <a:defRPr sz="2800" b="0" cap="all" spc="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5CF6C398-93E6-A99F-EFDF-A55942B3F0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72032" y="2018446"/>
            <a:ext cx="1516483" cy="574675"/>
          </a:xfrm>
        </p:spPr>
        <p:txBody>
          <a:bodyPr>
            <a:noAutofit/>
          </a:bodyPr>
          <a:lstStyle>
            <a:lvl1pPr marL="0" indent="0" algn="l">
              <a:buNone/>
              <a:defRPr sz="2800" b="0" cap="all" spc="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E291EFA-0974-0076-CEBE-59D6F7EA79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96502" y="2018446"/>
            <a:ext cx="1516483" cy="574675"/>
          </a:xfrm>
        </p:spPr>
        <p:txBody>
          <a:bodyPr>
            <a:noAutofit/>
          </a:bodyPr>
          <a:lstStyle>
            <a:lvl1pPr marL="0" indent="0" algn="l">
              <a:buNone/>
              <a:defRPr sz="2800" b="0" cap="all" spc="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6D7C929-37FC-D4F9-240C-3E716CF74A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43550" y="2018446"/>
            <a:ext cx="1516483" cy="574675"/>
          </a:xfrm>
        </p:spPr>
        <p:txBody>
          <a:bodyPr>
            <a:noAutofit/>
          </a:bodyPr>
          <a:lstStyle>
            <a:lvl1pPr marL="0" indent="0" algn="l">
              <a:buNone/>
              <a:defRPr sz="2800" b="0" cap="all" spc="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FD4D7B7F-47B6-90A3-0C50-BFF9000834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68020" y="2018446"/>
            <a:ext cx="1516483" cy="574675"/>
          </a:xfrm>
        </p:spPr>
        <p:txBody>
          <a:bodyPr>
            <a:noAutofit/>
          </a:bodyPr>
          <a:lstStyle>
            <a:lvl1pPr marL="0" indent="0" algn="l">
              <a:buNone/>
              <a:defRPr sz="2800" b="0" cap="all" spc="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8299739-6734-AC50-12FE-A0EDBE6958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92490" y="2018446"/>
            <a:ext cx="1516483" cy="574675"/>
          </a:xfrm>
        </p:spPr>
        <p:txBody>
          <a:bodyPr>
            <a:noAutofit/>
          </a:bodyPr>
          <a:lstStyle>
            <a:lvl1pPr marL="0" indent="0" algn="l">
              <a:buNone/>
              <a:defRPr sz="2800" b="0" cap="all" spc="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2B20D24-A521-7B35-F80C-43831172F22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30303" y="2018446"/>
            <a:ext cx="1516483" cy="574675"/>
          </a:xfrm>
        </p:spPr>
        <p:txBody>
          <a:bodyPr>
            <a:noAutofit/>
          </a:bodyPr>
          <a:lstStyle>
            <a:lvl1pPr marL="0" indent="0" algn="l">
              <a:buNone/>
              <a:defRPr sz="2800" b="0" cap="all" spc="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6B73193A-88EA-B0EF-BE93-8DF234EB17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7769" y="2615508"/>
            <a:ext cx="1516483" cy="677239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spc="300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DCB1B8E-D420-780E-9AB7-AC039F356D3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72032" y="2615508"/>
            <a:ext cx="1516483" cy="677239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spc="300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7656A84E-C390-F554-7CF9-98D0A99CB4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96502" y="2615508"/>
            <a:ext cx="1516483" cy="677239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spc="300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58932D1A-5F27-5DB5-2EA3-5D2198BFE1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43550" y="2615508"/>
            <a:ext cx="1516483" cy="677239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spc="300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DB0B66E2-831B-8B5D-7260-F680B1DCB4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68020" y="2615508"/>
            <a:ext cx="1516483" cy="677239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spc="300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5E01213A-B19D-C32B-3CC5-8C7DF3E8B25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92490" y="2615508"/>
            <a:ext cx="1516483" cy="677239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spc="300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5D66B4D4-1888-12A9-F2A9-581EC9B063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30303" y="2615508"/>
            <a:ext cx="1516483" cy="677239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spc="300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BA70EC6-938E-0C76-59B1-A0D291AC520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7769" y="3588497"/>
            <a:ext cx="1516483" cy="1176023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45208294-243B-6B1C-7B4D-D51C83E833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056496" y="3588497"/>
            <a:ext cx="1516483" cy="1176023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F9F6658C-4BEF-1B93-92E7-AE257011819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685223" y="3588497"/>
            <a:ext cx="1546653" cy="1176023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C9DE0F18-7248-091B-B3CF-C52106002CC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44120" y="3588497"/>
            <a:ext cx="1516483" cy="1176023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9940A882-262E-11D9-20F5-FC422DA6058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72847" y="3588497"/>
            <a:ext cx="1516483" cy="1176023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F1943B66-B889-2293-1A59-B08E0A4A09D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01574" y="3588497"/>
            <a:ext cx="1516483" cy="1176023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93FE27AA-101D-9FC1-39E1-665CEBA591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230303" y="3588497"/>
            <a:ext cx="1516483" cy="1176023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39C37C26-8255-6660-DCE1-D05B99B82D0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5010912"/>
            <a:ext cx="1709928" cy="18470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B8B0653A-87D0-F144-0A04-EC18C75CDE4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747012" y="5010912"/>
            <a:ext cx="1709928" cy="18470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Picture Placeholder 33">
            <a:extLst>
              <a:ext uri="{FF2B5EF4-FFF2-40B4-BE49-F238E27FC236}">
                <a16:creationId xmlns:a16="http://schemas.microsoft.com/office/drawing/2014/main" id="{2D436861-E5E4-0D02-515D-5135ED5C81B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494024" y="5010912"/>
            <a:ext cx="1709928" cy="18470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3">
            <a:extLst>
              <a:ext uri="{FF2B5EF4-FFF2-40B4-BE49-F238E27FC236}">
                <a16:creationId xmlns:a16="http://schemas.microsoft.com/office/drawing/2014/main" id="{38A682C7-CD55-0D0D-115A-C741A38A9D5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241036" y="5010912"/>
            <a:ext cx="1709928" cy="18470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33">
            <a:extLst>
              <a:ext uri="{FF2B5EF4-FFF2-40B4-BE49-F238E27FC236}">
                <a16:creationId xmlns:a16="http://schemas.microsoft.com/office/drawing/2014/main" id="{6D2E46AE-8931-07D9-E4BA-236767F0512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988048" y="5010912"/>
            <a:ext cx="1709928" cy="18470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3">
            <a:extLst>
              <a:ext uri="{FF2B5EF4-FFF2-40B4-BE49-F238E27FC236}">
                <a16:creationId xmlns:a16="http://schemas.microsoft.com/office/drawing/2014/main" id="{295565B1-ACA7-F26E-8827-05E8356C7C5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735060" y="5010912"/>
            <a:ext cx="1709928" cy="18470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AFF99AF0-07B4-1CEE-3781-E91ED317B3D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482072" y="5010912"/>
            <a:ext cx="1709928" cy="18470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841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_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6B855-995C-1225-6A02-C46FF326D4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849" y="365125"/>
            <a:ext cx="11944303" cy="924709"/>
          </a:xfrm>
        </p:spPr>
        <p:txBody>
          <a:bodyPr tIns="91440" bIns="0">
            <a:noAutofit/>
          </a:bodyPr>
          <a:lstStyle>
            <a:lvl1pPr algn="ctr">
              <a:defRPr sz="50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C7E382-139D-81C9-213E-ABB5438051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849" y="1296083"/>
            <a:ext cx="11944303" cy="574675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300" baseline="0">
                <a:solidFill>
                  <a:schemeClr val="accent5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39C37C26-8255-6660-DCE1-D05B99B82D0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2458212"/>
            <a:ext cx="1746504" cy="18470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0A65FCCB-71AC-57AB-9072-A30D1F53FC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4300773"/>
            <a:ext cx="1746504" cy="310896"/>
          </a:xfrm>
          <a:solidFill>
            <a:schemeClr val="accent5"/>
          </a:solidFill>
        </p:spPr>
        <p:txBody>
          <a:bodyPr lIns="0" tIns="0" rIns="0" bIns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400" b="0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6B73193A-88EA-B0EF-BE93-8DF234EB17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904" y="4766451"/>
            <a:ext cx="1554480" cy="409171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1" cap="all" spc="300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BA70EC6-938E-0C76-59B1-A0D291AC520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904" y="5244139"/>
            <a:ext cx="1554480" cy="1188720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DCB1B8E-D420-780E-9AB7-AC039F356D3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39260" y="2553667"/>
            <a:ext cx="1554480" cy="409171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1" cap="all" spc="300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45208294-243B-6B1C-7B4D-D51C83E833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39259" y="3039116"/>
            <a:ext cx="1554480" cy="1188720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5CF6C398-93E6-A99F-EFDF-A55942B3F0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40916" y="4300773"/>
            <a:ext cx="1746504" cy="310896"/>
          </a:xfrm>
          <a:solidFill>
            <a:schemeClr val="accent5">
              <a:lumMod val="40000"/>
              <a:lumOff val="60000"/>
            </a:schemeClr>
          </a:solidFill>
        </p:spPr>
        <p:txBody>
          <a:bodyPr lIns="0" tIns="0" rIns="0" bIns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400" b="0" spc="0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B8B0653A-87D0-F144-0A04-EC18C75CDE4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727962" y="4610919"/>
            <a:ext cx="1746504" cy="18470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Picture Placeholder 33">
            <a:extLst>
              <a:ext uri="{FF2B5EF4-FFF2-40B4-BE49-F238E27FC236}">
                <a16:creationId xmlns:a16="http://schemas.microsoft.com/office/drawing/2014/main" id="{2D436861-E5E4-0D02-515D-5135ED5C81B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484499" y="2458212"/>
            <a:ext cx="1746504" cy="18470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E291EFA-0974-0076-CEBE-59D6F7EA79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81832" y="4300773"/>
            <a:ext cx="1746504" cy="310896"/>
          </a:xfrm>
          <a:solidFill>
            <a:schemeClr val="accent5"/>
          </a:solidFill>
        </p:spPr>
        <p:txBody>
          <a:bodyPr lIns="0" tIns="0" rIns="0" bIns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400" b="0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7656A84E-C390-F554-7CF9-98D0A99CB4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64206" y="4766451"/>
            <a:ext cx="1554480" cy="409171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1" cap="all" spc="300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F9F6658C-4BEF-1B93-92E7-AE257011819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564206" y="5244139"/>
            <a:ext cx="1554480" cy="1188720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58932D1A-5F27-5DB5-2EA3-5D2198BFE1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0142" y="2553667"/>
            <a:ext cx="1554480" cy="409171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1" cap="all" spc="300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C9DE0F18-7248-091B-B3CF-C52106002CC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30141" y="3039116"/>
            <a:ext cx="1554480" cy="1188720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6D7C929-37FC-D4F9-240C-3E716CF74A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22748" y="4300773"/>
            <a:ext cx="1746504" cy="310896"/>
          </a:xfrm>
          <a:solidFill>
            <a:schemeClr val="accent5">
              <a:lumMod val="40000"/>
              <a:lumOff val="60000"/>
            </a:schemeClr>
          </a:solidFill>
        </p:spPr>
        <p:txBody>
          <a:bodyPr lIns="0" tIns="0" rIns="0" bIns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400" b="0" spc="0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38" name="Picture Placeholder 33">
            <a:extLst>
              <a:ext uri="{FF2B5EF4-FFF2-40B4-BE49-F238E27FC236}">
                <a16:creationId xmlns:a16="http://schemas.microsoft.com/office/drawing/2014/main" id="{38A682C7-CD55-0D0D-115A-C741A38A9D5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221986" y="4610919"/>
            <a:ext cx="1746504" cy="18470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33">
            <a:extLst>
              <a:ext uri="{FF2B5EF4-FFF2-40B4-BE49-F238E27FC236}">
                <a16:creationId xmlns:a16="http://schemas.microsoft.com/office/drawing/2014/main" id="{6D2E46AE-8931-07D9-E4BA-236767F0512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968351" y="2458212"/>
            <a:ext cx="1746504" cy="18470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FD4D7B7F-47B6-90A3-0C50-BFF9000834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63664" y="4300773"/>
            <a:ext cx="1746504" cy="310896"/>
          </a:xfrm>
          <a:solidFill>
            <a:schemeClr val="accent5"/>
          </a:solidFill>
        </p:spPr>
        <p:txBody>
          <a:bodyPr lIns="0" tIns="0" rIns="0" bIns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400" b="0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DB0B66E2-831B-8B5D-7260-F680B1DCB4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71380" y="4766451"/>
            <a:ext cx="1554480" cy="409171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1" cap="all" spc="300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9940A882-262E-11D9-20F5-FC422DA6058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071380" y="5244139"/>
            <a:ext cx="1554480" cy="1188720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5E01213A-B19D-C32B-3CC5-8C7DF3E8B25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21024" y="2553667"/>
            <a:ext cx="1554480" cy="409171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1" cap="all" spc="300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F1943B66-B889-2293-1A59-B08E0A4A09D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1023" y="3039116"/>
            <a:ext cx="1554480" cy="1188720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8299739-6734-AC50-12FE-A0EDBE6958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10295" y="4300773"/>
            <a:ext cx="1746504" cy="310896"/>
          </a:xfrm>
          <a:solidFill>
            <a:schemeClr val="accent5">
              <a:lumMod val="40000"/>
              <a:lumOff val="60000"/>
            </a:schemeClr>
          </a:solidFill>
        </p:spPr>
        <p:txBody>
          <a:bodyPr lIns="0" tIns="0" rIns="0" bIns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400" b="0" spc="0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40" name="Picture Placeholder 33">
            <a:extLst>
              <a:ext uri="{FF2B5EF4-FFF2-40B4-BE49-F238E27FC236}">
                <a16:creationId xmlns:a16="http://schemas.microsoft.com/office/drawing/2014/main" id="{295565B1-ACA7-F26E-8827-05E8356C7C5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710295" y="4610919"/>
            <a:ext cx="1746504" cy="18470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AFF99AF0-07B4-1CEE-3781-E91ED317B3D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445496" y="2458212"/>
            <a:ext cx="1746504" cy="18470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2B20D24-A521-7B35-F80C-43831172F22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445496" y="4300773"/>
            <a:ext cx="1746504" cy="310896"/>
          </a:xfrm>
          <a:solidFill>
            <a:schemeClr val="accent5"/>
          </a:solidFill>
        </p:spPr>
        <p:txBody>
          <a:bodyPr lIns="0" tIns="0" rIns="0" bIns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400" b="0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5D66B4D4-1888-12A9-F2A9-581EC9B063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556971" y="4766451"/>
            <a:ext cx="1554480" cy="409171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1" cap="all" spc="300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93FE27AA-101D-9FC1-39E1-665CEBA591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556971" y="5244139"/>
            <a:ext cx="1554480" cy="1188720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2341981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_3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6B855-995C-1225-6A02-C46FF326D4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974" y="365126"/>
            <a:ext cx="11308913" cy="930958"/>
          </a:xfrm>
        </p:spPr>
        <p:txBody>
          <a:bodyPr tIns="91440" bIns="0">
            <a:noAutofit/>
          </a:bodyPr>
          <a:lstStyle>
            <a:lvl1pPr algn="l">
              <a:defRPr sz="500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C7E382-139D-81C9-213E-ABB5438051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974" y="1296083"/>
            <a:ext cx="11312303" cy="574675"/>
          </a:xfrm>
        </p:spPr>
        <p:txBody>
          <a:bodyPr>
            <a:noAutofit/>
          </a:bodyPr>
          <a:lstStyle>
            <a:lvl1pPr marL="0" indent="0" algn="l">
              <a:buNone/>
              <a:defRPr sz="2000" b="0" cap="all" spc="300" baseline="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6B73193A-88EA-B0EF-BE93-8DF234EB17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8880" y="2158308"/>
            <a:ext cx="1456536" cy="643408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1000" b="1" cap="all" spc="300" baseline="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DCB1B8E-D420-780E-9AB7-AC039F356D3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09792" y="2158308"/>
            <a:ext cx="1456536" cy="643408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1000" b="1" cap="all" spc="300" baseline="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7656A84E-C390-F554-7CF9-98D0A99CB4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50704" y="2158308"/>
            <a:ext cx="1456536" cy="643408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1000" b="1" cap="all" spc="300" baseline="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58932D1A-5F27-5DB5-2EA3-5D2198BFE1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91616" y="2158308"/>
            <a:ext cx="1456536" cy="643408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1000" b="1" cap="all" spc="300" baseline="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DB0B66E2-831B-8B5D-7260-F680B1DCB4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32528" y="2158308"/>
            <a:ext cx="1456536" cy="643408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1000" b="1" cap="all" spc="300" baseline="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5E01213A-B19D-C32B-3CC5-8C7DF3E8B25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73440" y="2158308"/>
            <a:ext cx="1456536" cy="643408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1000" b="1" cap="all" spc="300" baseline="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5D66B4D4-1888-12A9-F2A9-581EC9B063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414352" y="2158308"/>
            <a:ext cx="1456536" cy="643408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1000" b="1" cap="all" spc="300" baseline="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BA70EC6-938E-0C76-59B1-A0D291AC520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5492" y="3282263"/>
            <a:ext cx="1459924" cy="1097280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45208294-243B-6B1C-7B4D-D51C83E833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11478" y="3282263"/>
            <a:ext cx="1463040" cy="1097280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F9F6658C-4BEF-1B93-92E7-AE257011819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60580" y="3282263"/>
            <a:ext cx="1459925" cy="1097280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C9DE0F18-7248-091B-B3CF-C52106002CC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680" y="3282263"/>
            <a:ext cx="1459925" cy="1097280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9940A882-262E-11D9-20F5-FC422DA6058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46915" y="3282263"/>
            <a:ext cx="1459925" cy="1097280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F1943B66-B889-2293-1A59-B08E0A4A09D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73438" y="3282263"/>
            <a:ext cx="1459925" cy="1097280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93FE27AA-101D-9FC1-39E1-665CEBA591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414352" y="3282263"/>
            <a:ext cx="1459925" cy="1097280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0A65FCCB-71AC-57AB-9072-A30D1F53FC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8717" y="5029928"/>
            <a:ext cx="504653" cy="718427"/>
          </a:xfrm>
          <a:solidFill>
            <a:schemeClr val="accent6">
              <a:lumMod val="20000"/>
              <a:lumOff val="80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75000"/>
              </a:lnSpc>
              <a:spcBef>
                <a:spcPts val="0"/>
              </a:spcBef>
              <a:buNone/>
              <a:defRPr sz="2800" b="0" spc="0" baseline="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6" name="Picture Placeholder 33">
            <a:extLst>
              <a:ext uri="{FF2B5EF4-FFF2-40B4-BE49-F238E27FC236}">
                <a16:creationId xmlns:a16="http://schemas.microsoft.com/office/drawing/2014/main" id="{205F58A7-5C5A-5AEB-01EA-BF85602BA23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77383" y="4449228"/>
            <a:ext cx="1175525" cy="1847088"/>
          </a:xfrm>
          <a:custGeom>
            <a:avLst/>
            <a:gdLst>
              <a:gd name="connsiteX0" fmla="*/ 0 w 1172923"/>
              <a:gd name="connsiteY0" fmla="*/ 0 h 1847088"/>
              <a:gd name="connsiteX1" fmla="*/ 1172923 w 1172923"/>
              <a:gd name="connsiteY1" fmla="*/ 0 h 1847088"/>
              <a:gd name="connsiteX2" fmla="*/ 1172923 w 1172923"/>
              <a:gd name="connsiteY2" fmla="*/ 1847088 h 1847088"/>
              <a:gd name="connsiteX3" fmla="*/ 0 w 1172923"/>
              <a:gd name="connsiteY3" fmla="*/ 1847088 h 1847088"/>
              <a:gd name="connsiteX4" fmla="*/ 0 w 1172923"/>
              <a:gd name="connsiteY4" fmla="*/ 0 h 1847088"/>
              <a:gd name="connsiteX0" fmla="*/ 484 w 1173407"/>
              <a:gd name="connsiteY0" fmla="*/ 0 h 1847088"/>
              <a:gd name="connsiteX1" fmla="*/ 1173407 w 1173407"/>
              <a:gd name="connsiteY1" fmla="*/ 0 h 1847088"/>
              <a:gd name="connsiteX2" fmla="*/ 1173407 w 1173407"/>
              <a:gd name="connsiteY2" fmla="*/ 1847088 h 1847088"/>
              <a:gd name="connsiteX3" fmla="*/ 484 w 1173407"/>
              <a:gd name="connsiteY3" fmla="*/ 1847088 h 1847088"/>
              <a:gd name="connsiteX4" fmla="*/ 0 w 1173407"/>
              <a:gd name="connsiteY4" fmla="*/ 574814 h 1847088"/>
              <a:gd name="connsiteX5" fmla="*/ 484 w 1173407"/>
              <a:gd name="connsiteY5" fmla="*/ 0 h 1847088"/>
              <a:gd name="connsiteX0" fmla="*/ 50869 w 1223792"/>
              <a:gd name="connsiteY0" fmla="*/ 0 h 1847088"/>
              <a:gd name="connsiteX1" fmla="*/ 1223792 w 1223792"/>
              <a:gd name="connsiteY1" fmla="*/ 0 h 1847088"/>
              <a:gd name="connsiteX2" fmla="*/ 1223792 w 1223792"/>
              <a:gd name="connsiteY2" fmla="*/ 1847088 h 1847088"/>
              <a:gd name="connsiteX3" fmla="*/ 50869 w 1223792"/>
              <a:gd name="connsiteY3" fmla="*/ 1847088 h 1847088"/>
              <a:gd name="connsiteX4" fmla="*/ 286605 w 1223792"/>
              <a:gd name="connsiteY4" fmla="*/ 572909 h 1847088"/>
              <a:gd name="connsiteX5" fmla="*/ 50385 w 1223792"/>
              <a:gd name="connsiteY5" fmla="*/ 574814 h 1847088"/>
              <a:gd name="connsiteX6" fmla="*/ 50869 w 1223792"/>
              <a:gd name="connsiteY6" fmla="*/ 0 h 1847088"/>
              <a:gd name="connsiteX0" fmla="*/ 50869 w 1223792"/>
              <a:gd name="connsiteY0" fmla="*/ 0 h 1847088"/>
              <a:gd name="connsiteX1" fmla="*/ 1223792 w 1223792"/>
              <a:gd name="connsiteY1" fmla="*/ 0 h 1847088"/>
              <a:gd name="connsiteX2" fmla="*/ 1223792 w 1223792"/>
              <a:gd name="connsiteY2" fmla="*/ 1847088 h 1847088"/>
              <a:gd name="connsiteX3" fmla="*/ 50869 w 1223792"/>
              <a:gd name="connsiteY3" fmla="*/ 1847088 h 1847088"/>
              <a:gd name="connsiteX4" fmla="*/ 286605 w 1223792"/>
              <a:gd name="connsiteY4" fmla="*/ 572909 h 1847088"/>
              <a:gd name="connsiteX5" fmla="*/ 50385 w 1223792"/>
              <a:gd name="connsiteY5" fmla="*/ 574814 h 1847088"/>
              <a:gd name="connsiteX6" fmla="*/ 50869 w 1223792"/>
              <a:gd name="connsiteY6" fmla="*/ 0 h 1847088"/>
              <a:gd name="connsiteX0" fmla="*/ 50869 w 1223792"/>
              <a:gd name="connsiteY0" fmla="*/ 0 h 1847088"/>
              <a:gd name="connsiteX1" fmla="*/ 1223792 w 1223792"/>
              <a:gd name="connsiteY1" fmla="*/ 0 h 1847088"/>
              <a:gd name="connsiteX2" fmla="*/ 1223792 w 1223792"/>
              <a:gd name="connsiteY2" fmla="*/ 1847088 h 1847088"/>
              <a:gd name="connsiteX3" fmla="*/ 50869 w 1223792"/>
              <a:gd name="connsiteY3" fmla="*/ 1847088 h 1847088"/>
              <a:gd name="connsiteX4" fmla="*/ 286605 w 1223792"/>
              <a:gd name="connsiteY4" fmla="*/ 572909 h 1847088"/>
              <a:gd name="connsiteX5" fmla="*/ 50385 w 1223792"/>
              <a:gd name="connsiteY5" fmla="*/ 574814 h 1847088"/>
              <a:gd name="connsiteX6" fmla="*/ 50869 w 1223792"/>
              <a:gd name="connsiteY6" fmla="*/ 0 h 1847088"/>
              <a:gd name="connsiteX0" fmla="*/ 101701 w 1274624"/>
              <a:gd name="connsiteY0" fmla="*/ 0 h 1847088"/>
              <a:gd name="connsiteX1" fmla="*/ 1274624 w 1274624"/>
              <a:gd name="connsiteY1" fmla="*/ 0 h 1847088"/>
              <a:gd name="connsiteX2" fmla="*/ 1274624 w 1274624"/>
              <a:gd name="connsiteY2" fmla="*/ 1847088 h 1847088"/>
              <a:gd name="connsiteX3" fmla="*/ 101701 w 1274624"/>
              <a:gd name="connsiteY3" fmla="*/ 1847088 h 1847088"/>
              <a:gd name="connsiteX4" fmla="*/ 80262 w 1274624"/>
              <a:gd name="connsiteY4" fmla="*/ 1292999 h 1847088"/>
              <a:gd name="connsiteX5" fmla="*/ 337437 w 1274624"/>
              <a:gd name="connsiteY5" fmla="*/ 572909 h 1847088"/>
              <a:gd name="connsiteX6" fmla="*/ 101217 w 1274624"/>
              <a:gd name="connsiteY6" fmla="*/ 574814 h 1847088"/>
              <a:gd name="connsiteX7" fmla="*/ 101701 w 1274624"/>
              <a:gd name="connsiteY7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7196 w 1264383"/>
              <a:gd name="connsiteY5" fmla="*/ 572909 h 1847088"/>
              <a:gd name="connsiteX6" fmla="*/ 90976 w 1264383"/>
              <a:gd name="connsiteY6" fmla="*/ 574814 h 1847088"/>
              <a:gd name="connsiteX7" fmla="*/ 91460 w 1264383"/>
              <a:gd name="connsiteY7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7196 w 1264383"/>
              <a:gd name="connsiteY5" fmla="*/ 572909 h 1847088"/>
              <a:gd name="connsiteX6" fmla="*/ 90976 w 1264383"/>
              <a:gd name="connsiteY6" fmla="*/ 574814 h 1847088"/>
              <a:gd name="connsiteX7" fmla="*/ 91460 w 1264383"/>
              <a:gd name="connsiteY7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21484 w 1194407"/>
              <a:gd name="connsiteY0" fmla="*/ 0 h 1847088"/>
              <a:gd name="connsiteX1" fmla="*/ 1194407 w 1194407"/>
              <a:gd name="connsiteY1" fmla="*/ 0 h 1847088"/>
              <a:gd name="connsiteX2" fmla="*/ 1194407 w 1194407"/>
              <a:gd name="connsiteY2" fmla="*/ 1847088 h 1847088"/>
              <a:gd name="connsiteX3" fmla="*/ 21484 w 1194407"/>
              <a:gd name="connsiteY3" fmla="*/ 1847088 h 1847088"/>
              <a:gd name="connsiteX4" fmla="*/ 45 w 1194407"/>
              <a:gd name="connsiteY4" fmla="*/ 1292999 h 1847088"/>
              <a:gd name="connsiteX5" fmla="*/ 253410 w 1194407"/>
              <a:gd name="connsiteY5" fmla="*/ 1289189 h 1847088"/>
              <a:gd name="connsiteX6" fmla="*/ 257220 w 1194407"/>
              <a:gd name="connsiteY6" fmla="*/ 572909 h 1847088"/>
              <a:gd name="connsiteX7" fmla="*/ 21000 w 1194407"/>
              <a:gd name="connsiteY7" fmla="*/ 574814 h 1847088"/>
              <a:gd name="connsiteX8" fmla="*/ 21484 w 1194407"/>
              <a:gd name="connsiteY8" fmla="*/ 0 h 1847088"/>
              <a:gd name="connsiteX0" fmla="*/ 2602 w 1175525"/>
              <a:gd name="connsiteY0" fmla="*/ 0 h 1847088"/>
              <a:gd name="connsiteX1" fmla="*/ 1175525 w 1175525"/>
              <a:gd name="connsiteY1" fmla="*/ 0 h 1847088"/>
              <a:gd name="connsiteX2" fmla="*/ 1175525 w 1175525"/>
              <a:gd name="connsiteY2" fmla="*/ 1847088 h 1847088"/>
              <a:gd name="connsiteX3" fmla="*/ 2602 w 1175525"/>
              <a:gd name="connsiteY3" fmla="*/ 1847088 h 1847088"/>
              <a:gd name="connsiteX4" fmla="*/ 213 w 1175525"/>
              <a:gd name="connsiteY4" fmla="*/ 1292999 h 1847088"/>
              <a:gd name="connsiteX5" fmla="*/ 234528 w 1175525"/>
              <a:gd name="connsiteY5" fmla="*/ 1289189 h 1847088"/>
              <a:gd name="connsiteX6" fmla="*/ 238338 w 1175525"/>
              <a:gd name="connsiteY6" fmla="*/ 572909 h 1847088"/>
              <a:gd name="connsiteX7" fmla="*/ 2118 w 1175525"/>
              <a:gd name="connsiteY7" fmla="*/ 574814 h 1847088"/>
              <a:gd name="connsiteX8" fmla="*/ 2602 w 1175525"/>
              <a:gd name="connsiteY8" fmla="*/ 0 h 1847088"/>
              <a:gd name="connsiteX0" fmla="*/ 2602 w 1175525"/>
              <a:gd name="connsiteY0" fmla="*/ 0 h 1847088"/>
              <a:gd name="connsiteX1" fmla="*/ 1175525 w 1175525"/>
              <a:gd name="connsiteY1" fmla="*/ 0 h 1847088"/>
              <a:gd name="connsiteX2" fmla="*/ 1175525 w 1175525"/>
              <a:gd name="connsiteY2" fmla="*/ 1847088 h 1847088"/>
              <a:gd name="connsiteX3" fmla="*/ 2602 w 1175525"/>
              <a:gd name="connsiteY3" fmla="*/ 1847088 h 1847088"/>
              <a:gd name="connsiteX4" fmla="*/ 213 w 1175525"/>
              <a:gd name="connsiteY4" fmla="*/ 1292999 h 1847088"/>
              <a:gd name="connsiteX5" fmla="*/ 236433 w 1175525"/>
              <a:gd name="connsiteY5" fmla="*/ 1289189 h 1847088"/>
              <a:gd name="connsiteX6" fmla="*/ 238338 w 1175525"/>
              <a:gd name="connsiteY6" fmla="*/ 572909 h 1847088"/>
              <a:gd name="connsiteX7" fmla="*/ 2118 w 1175525"/>
              <a:gd name="connsiteY7" fmla="*/ 574814 h 1847088"/>
              <a:gd name="connsiteX8" fmla="*/ 2602 w 1175525"/>
              <a:gd name="connsiteY8" fmla="*/ 0 h 1847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5525" h="1847088">
                <a:moveTo>
                  <a:pt x="2602" y="0"/>
                </a:moveTo>
                <a:lnTo>
                  <a:pt x="1175525" y="0"/>
                </a:lnTo>
                <a:lnTo>
                  <a:pt x="1175525" y="1847088"/>
                </a:lnTo>
                <a:lnTo>
                  <a:pt x="2602" y="1847088"/>
                </a:lnTo>
                <a:cubicBezTo>
                  <a:pt x="3249" y="1657585"/>
                  <a:pt x="-976" y="1575847"/>
                  <a:pt x="213" y="1292999"/>
                </a:cubicBezTo>
                <a:cubicBezTo>
                  <a:pt x="102050" y="1290186"/>
                  <a:pt x="174521" y="1291094"/>
                  <a:pt x="236433" y="1289189"/>
                </a:cubicBezTo>
                <a:cubicBezTo>
                  <a:pt x="239291" y="1026299"/>
                  <a:pt x="237386" y="749757"/>
                  <a:pt x="238338" y="572909"/>
                </a:cubicBezTo>
                <a:cubicBezTo>
                  <a:pt x="116337" y="572318"/>
                  <a:pt x="89667" y="575684"/>
                  <a:pt x="2118" y="574814"/>
                </a:cubicBezTo>
                <a:cubicBezTo>
                  <a:pt x="2279" y="383209"/>
                  <a:pt x="2441" y="191605"/>
                  <a:pt x="2602" y="0"/>
                </a:cubicBezTo>
                <a:close/>
              </a:path>
            </a:pathLst>
          </a:custGeom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5CF6C398-93E6-A99F-EFDF-A55942B3F0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533" y="5590964"/>
            <a:ext cx="504653" cy="718427"/>
          </a:xfrm>
          <a:solidFill>
            <a:schemeClr val="accent6">
              <a:lumMod val="20000"/>
              <a:lumOff val="80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75000"/>
              </a:lnSpc>
              <a:spcBef>
                <a:spcPts val="0"/>
              </a:spcBef>
              <a:buNone/>
              <a:defRPr sz="2800" b="0" spc="0" baseline="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9" name="Picture Placeholder 33">
            <a:extLst>
              <a:ext uri="{FF2B5EF4-FFF2-40B4-BE49-F238E27FC236}">
                <a16:creationId xmlns:a16="http://schemas.microsoft.com/office/drawing/2014/main" id="{B6E82F90-717A-C484-C839-87784F130D4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374952" y="5016242"/>
            <a:ext cx="1175525" cy="1847088"/>
          </a:xfrm>
          <a:custGeom>
            <a:avLst/>
            <a:gdLst>
              <a:gd name="connsiteX0" fmla="*/ 0 w 1172923"/>
              <a:gd name="connsiteY0" fmla="*/ 0 h 1847088"/>
              <a:gd name="connsiteX1" fmla="*/ 1172923 w 1172923"/>
              <a:gd name="connsiteY1" fmla="*/ 0 h 1847088"/>
              <a:gd name="connsiteX2" fmla="*/ 1172923 w 1172923"/>
              <a:gd name="connsiteY2" fmla="*/ 1847088 h 1847088"/>
              <a:gd name="connsiteX3" fmla="*/ 0 w 1172923"/>
              <a:gd name="connsiteY3" fmla="*/ 1847088 h 1847088"/>
              <a:gd name="connsiteX4" fmla="*/ 0 w 1172923"/>
              <a:gd name="connsiteY4" fmla="*/ 0 h 1847088"/>
              <a:gd name="connsiteX0" fmla="*/ 484 w 1173407"/>
              <a:gd name="connsiteY0" fmla="*/ 0 h 1847088"/>
              <a:gd name="connsiteX1" fmla="*/ 1173407 w 1173407"/>
              <a:gd name="connsiteY1" fmla="*/ 0 h 1847088"/>
              <a:gd name="connsiteX2" fmla="*/ 1173407 w 1173407"/>
              <a:gd name="connsiteY2" fmla="*/ 1847088 h 1847088"/>
              <a:gd name="connsiteX3" fmla="*/ 484 w 1173407"/>
              <a:gd name="connsiteY3" fmla="*/ 1847088 h 1847088"/>
              <a:gd name="connsiteX4" fmla="*/ 0 w 1173407"/>
              <a:gd name="connsiteY4" fmla="*/ 574814 h 1847088"/>
              <a:gd name="connsiteX5" fmla="*/ 484 w 1173407"/>
              <a:gd name="connsiteY5" fmla="*/ 0 h 1847088"/>
              <a:gd name="connsiteX0" fmla="*/ 50869 w 1223792"/>
              <a:gd name="connsiteY0" fmla="*/ 0 h 1847088"/>
              <a:gd name="connsiteX1" fmla="*/ 1223792 w 1223792"/>
              <a:gd name="connsiteY1" fmla="*/ 0 h 1847088"/>
              <a:gd name="connsiteX2" fmla="*/ 1223792 w 1223792"/>
              <a:gd name="connsiteY2" fmla="*/ 1847088 h 1847088"/>
              <a:gd name="connsiteX3" fmla="*/ 50869 w 1223792"/>
              <a:gd name="connsiteY3" fmla="*/ 1847088 h 1847088"/>
              <a:gd name="connsiteX4" fmla="*/ 286605 w 1223792"/>
              <a:gd name="connsiteY4" fmla="*/ 572909 h 1847088"/>
              <a:gd name="connsiteX5" fmla="*/ 50385 w 1223792"/>
              <a:gd name="connsiteY5" fmla="*/ 574814 h 1847088"/>
              <a:gd name="connsiteX6" fmla="*/ 50869 w 1223792"/>
              <a:gd name="connsiteY6" fmla="*/ 0 h 1847088"/>
              <a:gd name="connsiteX0" fmla="*/ 50869 w 1223792"/>
              <a:gd name="connsiteY0" fmla="*/ 0 h 1847088"/>
              <a:gd name="connsiteX1" fmla="*/ 1223792 w 1223792"/>
              <a:gd name="connsiteY1" fmla="*/ 0 h 1847088"/>
              <a:gd name="connsiteX2" fmla="*/ 1223792 w 1223792"/>
              <a:gd name="connsiteY2" fmla="*/ 1847088 h 1847088"/>
              <a:gd name="connsiteX3" fmla="*/ 50869 w 1223792"/>
              <a:gd name="connsiteY3" fmla="*/ 1847088 h 1847088"/>
              <a:gd name="connsiteX4" fmla="*/ 286605 w 1223792"/>
              <a:gd name="connsiteY4" fmla="*/ 572909 h 1847088"/>
              <a:gd name="connsiteX5" fmla="*/ 50385 w 1223792"/>
              <a:gd name="connsiteY5" fmla="*/ 574814 h 1847088"/>
              <a:gd name="connsiteX6" fmla="*/ 50869 w 1223792"/>
              <a:gd name="connsiteY6" fmla="*/ 0 h 1847088"/>
              <a:gd name="connsiteX0" fmla="*/ 50869 w 1223792"/>
              <a:gd name="connsiteY0" fmla="*/ 0 h 1847088"/>
              <a:gd name="connsiteX1" fmla="*/ 1223792 w 1223792"/>
              <a:gd name="connsiteY1" fmla="*/ 0 h 1847088"/>
              <a:gd name="connsiteX2" fmla="*/ 1223792 w 1223792"/>
              <a:gd name="connsiteY2" fmla="*/ 1847088 h 1847088"/>
              <a:gd name="connsiteX3" fmla="*/ 50869 w 1223792"/>
              <a:gd name="connsiteY3" fmla="*/ 1847088 h 1847088"/>
              <a:gd name="connsiteX4" fmla="*/ 286605 w 1223792"/>
              <a:gd name="connsiteY4" fmla="*/ 572909 h 1847088"/>
              <a:gd name="connsiteX5" fmla="*/ 50385 w 1223792"/>
              <a:gd name="connsiteY5" fmla="*/ 574814 h 1847088"/>
              <a:gd name="connsiteX6" fmla="*/ 50869 w 1223792"/>
              <a:gd name="connsiteY6" fmla="*/ 0 h 1847088"/>
              <a:gd name="connsiteX0" fmla="*/ 101701 w 1274624"/>
              <a:gd name="connsiteY0" fmla="*/ 0 h 1847088"/>
              <a:gd name="connsiteX1" fmla="*/ 1274624 w 1274624"/>
              <a:gd name="connsiteY1" fmla="*/ 0 h 1847088"/>
              <a:gd name="connsiteX2" fmla="*/ 1274624 w 1274624"/>
              <a:gd name="connsiteY2" fmla="*/ 1847088 h 1847088"/>
              <a:gd name="connsiteX3" fmla="*/ 101701 w 1274624"/>
              <a:gd name="connsiteY3" fmla="*/ 1847088 h 1847088"/>
              <a:gd name="connsiteX4" fmla="*/ 80262 w 1274624"/>
              <a:gd name="connsiteY4" fmla="*/ 1292999 h 1847088"/>
              <a:gd name="connsiteX5" fmla="*/ 337437 w 1274624"/>
              <a:gd name="connsiteY5" fmla="*/ 572909 h 1847088"/>
              <a:gd name="connsiteX6" fmla="*/ 101217 w 1274624"/>
              <a:gd name="connsiteY6" fmla="*/ 574814 h 1847088"/>
              <a:gd name="connsiteX7" fmla="*/ 101701 w 1274624"/>
              <a:gd name="connsiteY7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7196 w 1264383"/>
              <a:gd name="connsiteY5" fmla="*/ 572909 h 1847088"/>
              <a:gd name="connsiteX6" fmla="*/ 90976 w 1264383"/>
              <a:gd name="connsiteY6" fmla="*/ 574814 h 1847088"/>
              <a:gd name="connsiteX7" fmla="*/ 91460 w 1264383"/>
              <a:gd name="connsiteY7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7196 w 1264383"/>
              <a:gd name="connsiteY5" fmla="*/ 572909 h 1847088"/>
              <a:gd name="connsiteX6" fmla="*/ 90976 w 1264383"/>
              <a:gd name="connsiteY6" fmla="*/ 574814 h 1847088"/>
              <a:gd name="connsiteX7" fmla="*/ 91460 w 1264383"/>
              <a:gd name="connsiteY7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21484 w 1194407"/>
              <a:gd name="connsiteY0" fmla="*/ 0 h 1847088"/>
              <a:gd name="connsiteX1" fmla="*/ 1194407 w 1194407"/>
              <a:gd name="connsiteY1" fmla="*/ 0 h 1847088"/>
              <a:gd name="connsiteX2" fmla="*/ 1194407 w 1194407"/>
              <a:gd name="connsiteY2" fmla="*/ 1847088 h 1847088"/>
              <a:gd name="connsiteX3" fmla="*/ 21484 w 1194407"/>
              <a:gd name="connsiteY3" fmla="*/ 1847088 h 1847088"/>
              <a:gd name="connsiteX4" fmla="*/ 45 w 1194407"/>
              <a:gd name="connsiteY4" fmla="*/ 1292999 h 1847088"/>
              <a:gd name="connsiteX5" fmla="*/ 253410 w 1194407"/>
              <a:gd name="connsiteY5" fmla="*/ 1289189 h 1847088"/>
              <a:gd name="connsiteX6" fmla="*/ 257220 w 1194407"/>
              <a:gd name="connsiteY6" fmla="*/ 572909 h 1847088"/>
              <a:gd name="connsiteX7" fmla="*/ 21000 w 1194407"/>
              <a:gd name="connsiteY7" fmla="*/ 574814 h 1847088"/>
              <a:gd name="connsiteX8" fmla="*/ 21484 w 1194407"/>
              <a:gd name="connsiteY8" fmla="*/ 0 h 1847088"/>
              <a:gd name="connsiteX0" fmla="*/ 2602 w 1175525"/>
              <a:gd name="connsiteY0" fmla="*/ 0 h 1847088"/>
              <a:gd name="connsiteX1" fmla="*/ 1175525 w 1175525"/>
              <a:gd name="connsiteY1" fmla="*/ 0 h 1847088"/>
              <a:gd name="connsiteX2" fmla="*/ 1175525 w 1175525"/>
              <a:gd name="connsiteY2" fmla="*/ 1847088 h 1847088"/>
              <a:gd name="connsiteX3" fmla="*/ 2602 w 1175525"/>
              <a:gd name="connsiteY3" fmla="*/ 1847088 h 1847088"/>
              <a:gd name="connsiteX4" fmla="*/ 213 w 1175525"/>
              <a:gd name="connsiteY4" fmla="*/ 1292999 h 1847088"/>
              <a:gd name="connsiteX5" fmla="*/ 234528 w 1175525"/>
              <a:gd name="connsiteY5" fmla="*/ 1289189 h 1847088"/>
              <a:gd name="connsiteX6" fmla="*/ 238338 w 1175525"/>
              <a:gd name="connsiteY6" fmla="*/ 572909 h 1847088"/>
              <a:gd name="connsiteX7" fmla="*/ 2118 w 1175525"/>
              <a:gd name="connsiteY7" fmla="*/ 574814 h 1847088"/>
              <a:gd name="connsiteX8" fmla="*/ 2602 w 1175525"/>
              <a:gd name="connsiteY8" fmla="*/ 0 h 1847088"/>
              <a:gd name="connsiteX0" fmla="*/ 2602 w 1175525"/>
              <a:gd name="connsiteY0" fmla="*/ 0 h 1847088"/>
              <a:gd name="connsiteX1" fmla="*/ 1175525 w 1175525"/>
              <a:gd name="connsiteY1" fmla="*/ 0 h 1847088"/>
              <a:gd name="connsiteX2" fmla="*/ 1175525 w 1175525"/>
              <a:gd name="connsiteY2" fmla="*/ 1847088 h 1847088"/>
              <a:gd name="connsiteX3" fmla="*/ 2602 w 1175525"/>
              <a:gd name="connsiteY3" fmla="*/ 1847088 h 1847088"/>
              <a:gd name="connsiteX4" fmla="*/ 213 w 1175525"/>
              <a:gd name="connsiteY4" fmla="*/ 1292999 h 1847088"/>
              <a:gd name="connsiteX5" fmla="*/ 236433 w 1175525"/>
              <a:gd name="connsiteY5" fmla="*/ 1289189 h 1847088"/>
              <a:gd name="connsiteX6" fmla="*/ 238338 w 1175525"/>
              <a:gd name="connsiteY6" fmla="*/ 572909 h 1847088"/>
              <a:gd name="connsiteX7" fmla="*/ 2118 w 1175525"/>
              <a:gd name="connsiteY7" fmla="*/ 574814 h 1847088"/>
              <a:gd name="connsiteX8" fmla="*/ 2602 w 1175525"/>
              <a:gd name="connsiteY8" fmla="*/ 0 h 1847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5525" h="1847088">
                <a:moveTo>
                  <a:pt x="2602" y="0"/>
                </a:moveTo>
                <a:lnTo>
                  <a:pt x="1175525" y="0"/>
                </a:lnTo>
                <a:lnTo>
                  <a:pt x="1175525" y="1847088"/>
                </a:lnTo>
                <a:lnTo>
                  <a:pt x="2602" y="1847088"/>
                </a:lnTo>
                <a:cubicBezTo>
                  <a:pt x="3249" y="1657585"/>
                  <a:pt x="-976" y="1575847"/>
                  <a:pt x="213" y="1292999"/>
                </a:cubicBezTo>
                <a:cubicBezTo>
                  <a:pt x="102050" y="1290186"/>
                  <a:pt x="174521" y="1291094"/>
                  <a:pt x="236433" y="1289189"/>
                </a:cubicBezTo>
                <a:cubicBezTo>
                  <a:pt x="239291" y="1026299"/>
                  <a:pt x="237386" y="749757"/>
                  <a:pt x="238338" y="572909"/>
                </a:cubicBezTo>
                <a:cubicBezTo>
                  <a:pt x="116337" y="572318"/>
                  <a:pt x="89667" y="575684"/>
                  <a:pt x="2118" y="574814"/>
                </a:cubicBezTo>
                <a:cubicBezTo>
                  <a:pt x="2279" y="383209"/>
                  <a:pt x="2441" y="191605"/>
                  <a:pt x="2602" y="0"/>
                </a:cubicBezTo>
                <a:close/>
              </a:path>
            </a:pathLst>
          </a:custGeom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E291EFA-0974-0076-CEBE-59D6F7EA79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3042" y="5029928"/>
            <a:ext cx="504653" cy="718427"/>
          </a:xfrm>
          <a:solidFill>
            <a:schemeClr val="accent6">
              <a:lumMod val="20000"/>
              <a:lumOff val="80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75000"/>
              </a:lnSpc>
              <a:spcBef>
                <a:spcPts val="0"/>
              </a:spcBef>
              <a:buNone/>
              <a:defRPr sz="2800" b="0" spc="0" baseline="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37" name="Picture Placeholder 33">
            <a:extLst>
              <a:ext uri="{FF2B5EF4-FFF2-40B4-BE49-F238E27FC236}">
                <a16:creationId xmlns:a16="http://schemas.microsoft.com/office/drawing/2014/main" id="{2D436861-E5E4-0D02-515D-5135ED5C81B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997112" y="4449228"/>
            <a:ext cx="1175525" cy="1847088"/>
          </a:xfrm>
          <a:custGeom>
            <a:avLst/>
            <a:gdLst>
              <a:gd name="connsiteX0" fmla="*/ 0 w 1172923"/>
              <a:gd name="connsiteY0" fmla="*/ 0 h 1847088"/>
              <a:gd name="connsiteX1" fmla="*/ 1172923 w 1172923"/>
              <a:gd name="connsiteY1" fmla="*/ 0 h 1847088"/>
              <a:gd name="connsiteX2" fmla="*/ 1172923 w 1172923"/>
              <a:gd name="connsiteY2" fmla="*/ 1847088 h 1847088"/>
              <a:gd name="connsiteX3" fmla="*/ 0 w 1172923"/>
              <a:gd name="connsiteY3" fmla="*/ 1847088 h 1847088"/>
              <a:gd name="connsiteX4" fmla="*/ 0 w 1172923"/>
              <a:gd name="connsiteY4" fmla="*/ 0 h 1847088"/>
              <a:gd name="connsiteX0" fmla="*/ 484 w 1173407"/>
              <a:gd name="connsiteY0" fmla="*/ 0 h 1847088"/>
              <a:gd name="connsiteX1" fmla="*/ 1173407 w 1173407"/>
              <a:gd name="connsiteY1" fmla="*/ 0 h 1847088"/>
              <a:gd name="connsiteX2" fmla="*/ 1173407 w 1173407"/>
              <a:gd name="connsiteY2" fmla="*/ 1847088 h 1847088"/>
              <a:gd name="connsiteX3" fmla="*/ 484 w 1173407"/>
              <a:gd name="connsiteY3" fmla="*/ 1847088 h 1847088"/>
              <a:gd name="connsiteX4" fmla="*/ 0 w 1173407"/>
              <a:gd name="connsiteY4" fmla="*/ 574814 h 1847088"/>
              <a:gd name="connsiteX5" fmla="*/ 484 w 1173407"/>
              <a:gd name="connsiteY5" fmla="*/ 0 h 1847088"/>
              <a:gd name="connsiteX0" fmla="*/ 50869 w 1223792"/>
              <a:gd name="connsiteY0" fmla="*/ 0 h 1847088"/>
              <a:gd name="connsiteX1" fmla="*/ 1223792 w 1223792"/>
              <a:gd name="connsiteY1" fmla="*/ 0 h 1847088"/>
              <a:gd name="connsiteX2" fmla="*/ 1223792 w 1223792"/>
              <a:gd name="connsiteY2" fmla="*/ 1847088 h 1847088"/>
              <a:gd name="connsiteX3" fmla="*/ 50869 w 1223792"/>
              <a:gd name="connsiteY3" fmla="*/ 1847088 h 1847088"/>
              <a:gd name="connsiteX4" fmla="*/ 286605 w 1223792"/>
              <a:gd name="connsiteY4" fmla="*/ 572909 h 1847088"/>
              <a:gd name="connsiteX5" fmla="*/ 50385 w 1223792"/>
              <a:gd name="connsiteY5" fmla="*/ 574814 h 1847088"/>
              <a:gd name="connsiteX6" fmla="*/ 50869 w 1223792"/>
              <a:gd name="connsiteY6" fmla="*/ 0 h 1847088"/>
              <a:gd name="connsiteX0" fmla="*/ 50869 w 1223792"/>
              <a:gd name="connsiteY0" fmla="*/ 0 h 1847088"/>
              <a:gd name="connsiteX1" fmla="*/ 1223792 w 1223792"/>
              <a:gd name="connsiteY1" fmla="*/ 0 h 1847088"/>
              <a:gd name="connsiteX2" fmla="*/ 1223792 w 1223792"/>
              <a:gd name="connsiteY2" fmla="*/ 1847088 h 1847088"/>
              <a:gd name="connsiteX3" fmla="*/ 50869 w 1223792"/>
              <a:gd name="connsiteY3" fmla="*/ 1847088 h 1847088"/>
              <a:gd name="connsiteX4" fmla="*/ 286605 w 1223792"/>
              <a:gd name="connsiteY4" fmla="*/ 572909 h 1847088"/>
              <a:gd name="connsiteX5" fmla="*/ 50385 w 1223792"/>
              <a:gd name="connsiteY5" fmla="*/ 574814 h 1847088"/>
              <a:gd name="connsiteX6" fmla="*/ 50869 w 1223792"/>
              <a:gd name="connsiteY6" fmla="*/ 0 h 1847088"/>
              <a:gd name="connsiteX0" fmla="*/ 50869 w 1223792"/>
              <a:gd name="connsiteY0" fmla="*/ 0 h 1847088"/>
              <a:gd name="connsiteX1" fmla="*/ 1223792 w 1223792"/>
              <a:gd name="connsiteY1" fmla="*/ 0 h 1847088"/>
              <a:gd name="connsiteX2" fmla="*/ 1223792 w 1223792"/>
              <a:gd name="connsiteY2" fmla="*/ 1847088 h 1847088"/>
              <a:gd name="connsiteX3" fmla="*/ 50869 w 1223792"/>
              <a:gd name="connsiteY3" fmla="*/ 1847088 h 1847088"/>
              <a:gd name="connsiteX4" fmla="*/ 286605 w 1223792"/>
              <a:gd name="connsiteY4" fmla="*/ 572909 h 1847088"/>
              <a:gd name="connsiteX5" fmla="*/ 50385 w 1223792"/>
              <a:gd name="connsiteY5" fmla="*/ 574814 h 1847088"/>
              <a:gd name="connsiteX6" fmla="*/ 50869 w 1223792"/>
              <a:gd name="connsiteY6" fmla="*/ 0 h 1847088"/>
              <a:gd name="connsiteX0" fmla="*/ 101701 w 1274624"/>
              <a:gd name="connsiteY0" fmla="*/ 0 h 1847088"/>
              <a:gd name="connsiteX1" fmla="*/ 1274624 w 1274624"/>
              <a:gd name="connsiteY1" fmla="*/ 0 h 1847088"/>
              <a:gd name="connsiteX2" fmla="*/ 1274624 w 1274624"/>
              <a:gd name="connsiteY2" fmla="*/ 1847088 h 1847088"/>
              <a:gd name="connsiteX3" fmla="*/ 101701 w 1274624"/>
              <a:gd name="connsiteY3" fmla="*/ 1847088 h 1847088"/>
              <a:gd name="connsiteX4" fmla="*/ 80262 w 1274624"/>
              <a:gd name="connsiteY4" fmla="*/ 1292999 h 1847088"/>
              <a:gd name="connsiteX5" fmla="*/ 337437 w 1274624"/>
              <a:gd name="connsiteY5" fmla="*/ 572909 h 1847088"/>
              <a:gd name="connsiteX6" fmla="*/ 101217 w 1274624"/>
              <a:gd name="connsiteY6" fmla="*/ 574814 h 1847088"/>
              <a:gd name="connsiteX7" fmla="*/ 101701 w 1274624"/>
              <a:gd name="connsiteY7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7196 w 1264383"/>
              <a:gd name="connsiteY5" fmla="*/ 572909 h 1847088"/>
              <a:gd name="connsiteX6" fmla="*/ 90976 w 1264383"/>
              <a:gd name="connsiteY6" fmla="*/ 574814 h 1847088"/>
              <a:gd name="connsiteX7" fmla="*/ 91460 w 1264383"/>
              <a:gd name="connsiteY7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7196 w 1264383"/>
              <a:gd name="connsiteY5" fmla="*/ 572909 h 1847088"/>
              <a:gd name="connsiteX6" fmla="*/ 90976 w 1264383"/>
              <a:gd name="connsiteY6" fmla="*/ 574814 h 1847088"/>
              <a:gd name="connsiteX7" fmla="*/ 91460 w 1264383"/>
              <a:gd name="connsiteY7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21484 w 1194407"/>
              <a:gd name="connsiteY0" fmla="*/ 0 h 1847088"/>
              <a:gd name="connsiteX1" fmla="*/ 1194407 w 1194407"/>
              <a:gd name="connsiteY1" fmla="*/ 0 h 1847088"/>
              <a:gd name="connsiteX2" fmla="*/ 1194407 w 1194407"/>
              <a:gd name="connsiteY2" fmla="*/ 1847088 h 1847088"/>
              <a:gd name="connsiteX3" fmla="*/ 21484 w 1194407"/>
              <a:gd name="connsiteY3" fmla="*/ 1847088 h 1847088"/>
              <a:gd name="connsiteX4" fmla="*/ 45 w 1194407"/>
              <a:gd name="connsiteY4" fmla="*/ 1292999 h 1847088"/>
              <a:gd name="connsiteX5" fmla="*/ 253410 w 1194407"/>
              <a:gd name="connsiteY5" fmla="*/ 1289189 h 1847088"/>
              <a:gd name="connsiteX6" fmla="*/ 257220 w 1194407"/>
              <a:gd name="connsiteY6" fmla="*/ 572909 h 1847088"/>
              <a:gd name="connsiteX7" fmla="*/ 21000 w 1194407"/>
              <a:gd name="connsiteY7" fmla="*/ 574814 h 1847088"/>
              <a:gd name="connsiteX8" fmla="*/ 21484 w 1194407"/>
              <a:gd name="connsiteY8" fmla="*/ 0 h 1847088"/>
              <a:gd name="connsiteX0" fmla="*/ 2602 w 1175525"/>
              <a:gd name="connsiteY0" fmla="*/ 0 h 1847088"/>
              <a:gd name="connsiteX1" fmla="*/ 1175525 w 1175525"/>
              <a:gd name="connsiteY1" fmla="*/ 0 h 1847088"/>
              <a:gd name="connsiteX2" fmla="*/ 1175525 w 1175525"/>
              <a:gd name="connsiteY2" fmla="*/ 1847088 h 1847088"/>
              <a:gd name="connsiteX3" fmla="*/ 2602 w 1175525"/>
              <a:gd name="connsiteY3" fmla="*/ 1847088 h 1847088"/>
              <a:gd name="connsiteX4" fmla="*/ 213 w 1175525"/>
              <a:gd name="connsiteY4" fmla="*/ 1292999 h 1847088"/>
              <a:gd name="connsiteX5" fmla="*/ 234528 w 1175525"/>
              <a:gd name="connsiteY5" fmla="*/ 1289189 h 1847088"/>
              <a:gd name="connsiteX6" fmla="*/ 238338 w 1175525"/>
              <a:gd name="connsiteY6" fmla="*/ 572909 h 1847088"/>
              <a:gd name="connsiteX7" fmla="*/ 2118 w 1175525"/>
              <a:gd name="connsiteY7" fmla="*/ 574814 h 1847088"/>
              <a:gd name="connsiteX8" fmla="*/ 2602 w 1175525"/>
              <a:gd name="connsiteY8" fmla="*/ 0 h 1847088"/>
              <a:gd name="connsiteX0" fmla="*/ 2602 w 1175525"/>
              <a:gd name="connsiteY0" fmla="*/ 0 h 1847088"/>
              <a:gd name="connsiteX1" fmla="*/ 1175525 w 1175525"/>
              <a:gd name="connsiteY1" fmla="*/ 0 h 1847088"/>
              <a:gd name="connsiteX2" fmla="*/ 1175525 w 1175525"/>
              <a:gd name="connsiteY2" fmla="*/ 1847088 h 1847088"/>
              <a:gd name="connsiteX3" fmla="*/ 2602 w 1175525"/>
              <a:gd name="connsiteY3" fmla="*/ 1847088 h 1847088"/>
              <a:gd name="connsiteX4" fmla="*/ 213 w 1175525"/>
              <a:gd name="connsiteY4" fmla="*/ 1292999 h 1847088"/>
              <a:gd name="connsiteX5" fmla="*/ 236433 w 1175525"/>
              <a:gd name="connsiteY5" fmla="*/ 1289189 h 1847088"/>
              <a:gd name="connsiteX6" fmla="*/ 238338 w 1175525"/>
              <a:gd name="connsiteY6" fmla="*/ 572909 h 1847088"/>
              <a:gd name="connsiteX7" fmla="*/ 2118 w 1175525"/>
              <a:gd name="connsiteY7" fmla="*/ 574814 h 1847088"/>
              <a:gd name="connsiteX8" fmla="*/ 2602 w 1175525"/>
              <a:gd name="connsiteY8" fmla="*/ 0 h 1847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5525" h="1847088">
                <a:moveTo>
                  <a:pt x="2602" y="0"/>
                </a:moveTo>
                <a:lnTo>
                  <a:pt x="1175525" y="0"/>
                </a:lnTo>
                <a:lnTo>
                  <a:pt x="1175525" y="1847088"/>
                </a:lnTo>
                <a:lnTo>
                  <a:pt x="2602" y="1847088"/>
                </a:lnTo>
                <a:cubicBezTo>
                  <a:pt x="3249" y="1657585"/>
                  <a:pt x="-976" y="1575847"/>
                  <a:pt x="213" y="1292999"/>
                </a:cubicBezTo>
                <a:cubicBezTo>
                  <a:pt x="102050" y="1290186"/>
                  <a:pt x="174521" y="1291094"/>
                  <a:pt x="236433" y="1289189"/>
                </a:cubicBezTo>
                <a:cubicBezTo>
                  <a:pt x="239291" y="1026299"/>
                  <a:pt x="237386" y="749757"/>
                  <a:pt x="238338" y="572909"/>
                </a:cubicBezTo>
                <a:cubicBezTo>
                  <a:pt x="116337" y="572318"/>
                  <a:pt x="89667" y="575684"/>
                  <a:pt x="2118" y="574814"/>
                </a:cubicBezTo>
                <a:cubicBezTo>
                  <a:pt x="2279" y="383209"/>
                  <a:pt x="2441" y="191605"/>
                  <a:pt x="2602" y="0"/>
                </a:cubicBezTo>
                <a:close/>
              </a:path>
            </a:pathLst>
          </a:custGeom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6D7C929-37FC-D4F9-240C-3E716CF74A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3232" y="5581439"/>
            <a:ext cx="504653" cy="718427"/>
          </a:xfrm>
          <a:solidFill>
            <a:schemeClr val="accent6">
              <a:lumMod val="20000"/>
              <a:lumOff val="80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75000"/>
              </a:lnSpc>
              <a:spcBef>
                <a:spcPts val="0"/>
              </a:spcBef>
              <a:buNone/>
              <a:defRPr sz="2800" b="0" spc="0" baseline="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10" name="Picture Placeholder 33">
            <a:extLst>
              <a:ext uri="{FF2B5EF4-FFF2-40B4-BE49-F238E27FC236}">
                <a16:creationId xmlns:a16="http://schemas.microsoft.com/office/drawing/2014/main" id="{4F7DD637-FE82-C2DD-CE9D-CAF8C85949E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5636942" y="5016242"/>
            <a:ext cx="1175525" cy="1847088"/>
          </a:xfrm>
          <a:custGeom>
            <a:avLst/>
            <a:gdLst>
              <a:gd name="connsiteX0" fmla="*/ 0 w 1172923"/>
              <a:gd name="connsiteY0" fmla="*/ 0 h 1847088"/>
              <a:gd name="connsiteX1" fmla="*/ 1172923 w 1172923"/>
              <a:gd name="connsiteY1" fmla="*/ 0 h 1847088"/>
              <a:gd name="connsiteX2" fmla="*/ 1172923 w 1172923"/>
              <a:gd name="connsiteY2" fmla="*/ 1847088 h 1847088"/>
              <a:gd name="connsiteX3" fmla="*/ 0 w 1172923"/>
              <a:gd name="connsiteY3" fmla="*/ 1847088 h 1847088"/>
              <a:gd name="connsiteX4" fmla="*/ 0 w 1172923"/>
              <a:gd name="connsiteY4" fmla="*/ 0 h 1847088"/>
              <a:gd name="connsiteX0" fmla="*/ 484 w 1173407"/>
              <a:gd name="connsiteY0" fmla="*/ 0 h 1847088"/>
              <a:gd name="connsiteX1" fmla="*/ 1173407 w 1173407"/>
              <a:gd name="connsiteY1" fmla="*/ 0 h 1847088"/>
              <a:gd name="connsiteX2" fmla="*/ 1173407 w 1173407"/>
              <a:gd name="connsiteY2" fmla="*/ 1847088 h 1847088"/>
              <a:gd name="connsiteX3" fmla="*/ 484 w 1173407"/>
              <a:gd name="connsiteY3" fmla="*/ 1847088 h 1847088"/>
              <a:gd name="connsiteX4" fmla="*/ 0 w 1173407"/>
              <a:gd name="connsiteY4" fmla="*/ 574814 h 1847088"/>
              <a:gd name="connsiteX5" fmla="*/ 484 w 1173407"/>
              <a:gd name="connsiteY5" fmla="*/ 0 h 1847088"/>
              <a:gd name="connsiteX0" fmla="*/ 50869 w 1223792"/>
              <a:gd name="connsiteY0" fmla="*/ 0 h 1847088"/>
              <a:gd name="connsiteX1" fmla="*/ 1223792 w 1223792"/>
              <a:gd name="connsiteY1" fmla="*/ 0 h 1847088"/>
              <a:gd name="connsiteX2" fmla="*/ 1223792 w 1223792"/>
              <a:gd name="connsiteY2" fmla="*/ 1847088 h 1847088"/>
              <a:gd name="connsiteX3" fmla="*/ 50869 w 1223792"/>
              <a:gd name="connsiteY3" fmla="*/ 1847088 h 1847088"/>
              <a:gd name="connsiteX4" fmla="*/ 286605 w 1223792"/>
              <a:gd name="connsiteY4" fmla="*/ 572909 h 1847088"/>
              <a:gd name="connsiteX5" fmla="*/ 50385 w 1223792"/>
              <a:gd name="connsiteY5" fmla="*/ 574814 h 1847088"/>
              <a:gd name="connsiteX6" fmla="*/ 50869 w 1223792"/>
              <a:gd name="connsiteY6" fmla="*/ 0 h 1847088"/>
              <a:gd name="connsiteX0" fmla="*/ 50869 w 1223792"/>
              <a:gd name="connsiteY0" fmla="*/ 0 h 1847088"/>
              <a:gd name="connsiteX1" fmla="*/ 1223792 w 1223792"/>
              <a:gd name="connsiteY1" fmla="*/ 0 h 1847088"/>
              <a:gd name="connsiteX2" fmla="*/ 1223792 w 1223792"/>
              <a:gd name="connsiteY2" fmla="*/ 1847088 h 1847088"/>
              <a:gd name="connsiteX3" fmla="*/ 50869 w 1223792"/>
              <a:gd name="connsiteY3" fmla="*/ 1847088 h 1847088"/>
              <a:gd name="connsiteX4" fmla="*/ 286605 w 1223792"/>
              <a:gd name="connsiteY4" fmla="*/ 572909 h 1847088"/>
              <a:gd name="connsiteX5" fmla="*/ 50385 w 1223792"/>
              <a:gd name="connsiteY5" fmla="*/ 574814 h 1847088"/>
              <a:gd name="connsiteX6" fmla="*/ 50869 w 1223792"/>
              <a:gd name="connsiteY6" fmla="*/ 0 h 1847088"/>
              <a:gd name="connsiteX0" fmla="*/ 50869 w 1223792"/>
              <a:gd name="connsiteY0" fmla="*/ 0 h 1847088"/>
              <a:gd name="connsiteX1" fmla="*/ 1223792 w 1223792"/>
              <a:gd name="connsiteY1" fmla="*/ 0 h 1847088"/>
              <a:gd name="connsiteX2" fmla="*/ 1223792 w 1223792"/>
              <a:gd name="connsiteY2" fmla="*/ 1847088 h 1847088"/>
              <a:gd name="connsiteX3" fmla="*/ 50869 w 1223792"/>
              <a:gd name="connsiteY3" fmla="*/ 1847088 h 1847088"/>
              <a:gd name="connsiteX4" fmla="*/ 286605 w 1223792"/>
              <a:gd name="connsiteY4" fmla="*/ 572909 h 1847088"/>
              <a:gd name="connsiteX5" fmla="*/ 50385 w 1223792"/>
              <a:gd name="connsiteY5" fmla="*/ 574814 h 1847088"/>
              <a:gd name="connsiteX6" fmla="*/ 50869 w 1223792"/>
              <a:gd name="connsiteY6" fmla="*/ 0 h 1847088"/>
              <a:gd name="connsiteX0" fmla="*/ 101701 w 1274624"/>
              <a:gd name="connsiteY0" fmla="*/ 0 h 1847088"/>
              <a:gd name="connsiteX1" fmla="*/ 1274624 w 1274624"/>
              <a:gd name="connsiteY1" fmla="*/ 0 h 1847088"/>
              <a:gd name="connsiteX2" fmla="*/ 1274624 w 1274624"/>
              <a:gd name="connsiteY2" fmla="*/ 1847088 h 1847088"/>
              <a:gd name="connsiteX3" fmla="*/ 101701 w 1274624"/>
              <a:gd name="connsiteY3" fmla="*/ 1847088 h 1847088"/>
              <a:gd name="connsiteX4" fmla="*/ 80262 w 1274624"/>
              <a:gd name="connsiteY4" fmla="*/ 1292999 h 1847088"/>
              <a:gd name="connsiteX5" fmla="*/ 337437 w 1274624"/>
              <a:gd name="connsiteY5" fmla="*/ 572909 h 1847088"/>
              <a:gd name="connsiteX6" fmla="*/ 101217 w 1274624"/>
              <a:gd name="connsiteY6" fmla="*/ 574814 h 1847088"/>
              <a:gd name="connsiteX7" fmla="*/ 101701 w 1274624"/>
              <a:gd name="connsiteY7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7196 w 1264383"/>
              <a:gd name="connsiteY5" fmla="*/ 572909 h 1847088"/>
              <a:gd name="connsiteX6" fmla="*/ 90976 w 1264383"/>
              <a:gd name="connsiteY6" fmla="*/ 574814 h 1847088"/>
              <a:gd name="connsiteX7" fmla="*/ 91460 w 1264383"/>
              <a:gd name="connsiteY7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7196 w 1264383"/>
              <a:gd name="connsiteY5" fmla="*/ 572909 h 1847088"/>
              <a:gd name="connsiteX6" fmla="*/ 90976 w 1264383"/>
              <a:gd name="connsiteY6" fmla="*/ 574814 h 1847088"/>
              <a:gd name="connsiteX7" fmla="*/ 91460 w 1264383"/>
              <a:gd name="connsiteY7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21484 w 1194407"/>
              <a:gd name="connsiteY0" fmla="*/ 0 h 1847088"/>
              <a:gd name="connsiteX1" fmla="*/ 1194407 w 1194407"/>
              <a:gd name="connsiteY1" fmla="*/ 0 h 1847088"/>
              <a:gd name="connsiteX2" fmla="*/ 1194407 w 1194407"/>
              <a:gd name="connsiteY2" fmla="*/ 1847088 h 1847088"/>
              <a:gd name="connsiteX3" fmla="*/ 21484 w 1194407"/>
              <a:gd name="connsiteY3" fmla="*/ 1847088 h 1847088"/>
              <a:gd name="connsiteX4" fmla="*/ 45 w 1194407"/>
              <a:gd name="connsiteY4" fmla="*/ 1292999 h 1847088"/>
              <a:gd name="connsiteX5" fmla="*/ 253410 w 1194407"/>
              <a:gd name="connsiteY5" fmla="*/ 1289189 h 1847088"/>
              <a:gd name="connsiteX6" fmla="*/ 257220 w 1194407"/>
              <a:gd name="connsiteY6" fmla="*/ 572909 h 1847088"/>
              <a:gd name="connsiteX7" fmla="*/ 21000 w 1194407"/>
              <a:gd name="connsiteY7" fmla="*/ 574814 h 1847088"/>
              <a:gd name="connsiteX8" fmla="*/ 21484 w 1194407"/>
              <a:gd name="connsiteY8" fmla="*/ 0 h 1847088"/>
              <a:gd name="connsiteX0" fmla="*/ 2602 w 1175525"/>
              <a:gd name="connsiteY0" fmla="*/ 0 h 1847088"/>
              <a:gd name="connsiteX1" fmla="*/ 1175525 w 1175525"/>
              <a:gd name="connsiteY1" fmla="*/ 0 h 1847088"/>
              <a:gd name="connsiteX2" fmla="*/ 1175525 w 1175525"/>
              <a:gd name="connsiteY2" fmla="*/ 1847088 h 1847088"/>
              <a:gd name="connsiteX3" fmla="*/ 2602 w 1175525"/>
              <a:gd name="connsiteY3" fmla="*/ 1847088 h 1847088"/>
              <a:gd name="connsiteX4" fmla="*/ 213 w 1175525"/>
              <a:gd name="connsiteY4" fmla="*/ 1292999 h 1847088"/>
              <a:gd name="connsiteX5" fmla="*/ 234528 w 1175525"/>
              <a:gd name="connsiteY5" fmla="*/ 1289189 h 1847088"/>
              <a:gd name="connsiteX6" fmla="*/ 238338 w 1175525"/>
              <a:gd name="connsiteY6" fmla="*/ 572909 h 1847088"/>
              <a:gd name="connsiteX7" fmla="*/ 2118 w 1175525"/>
              <a:gd name="connsiteY7" fmla="*/ 574814 h 1847088"/>
              <a:gd name="connsiteX8" fmla="*/ 2602 w 1175525"/>
              <a:gd name="connsiteY8" fmla="*/ 0 h 1847088"/>
              <a:gd name="connsiteX0" fmla="*/ 2602 w 1175525"/>
              <a:gd name="connsiteY0" fmla="*/ 0 h 1847088"/>
              <a:gd name="connsiteX1" fmla="*/ 1175525 w 1175525"/>
              <a:gd name="connsiteY1" fmla="*/ 0 h 1847088"/>
              <a:gd name="connsiteX2" fmla="*/ 1175525 w 1175525"/>
              <a:gd name="connsiteY2" fmla="*/ 1847088 h 1847088"/>
              <a:gd name="connsiteX3" fmla="*/ 2602 w 1175525"/>
              <a:gd name="connsiteY3" fmla="*/ 1847088 h 1847088"/>
              <a:gd name="connsiteX4" fmla="*/ 213 w 1175525"/>
              <a:gd name="connsiteY4" fmla="*/ 1292999 h 1847088"/>
              <a:gd name="connsiteX5" fmla="*/ 236433 w 1175525"/>
              <a:gd name="connsiteY5" fmla="*/ 1289189 h 1847088"/>
              <a:gd name="connsiteX6" fmla="*/ 238338 w 1175525"/>
              <a:gd name="connsiteY6" fmla="*/ 572909 h 1847088"/>
              <a:gd name="connsiteX7" fmla="*/ 2118 w 1175525"/>
              <a:gd name="connsiteY7" fmla="*/ 574814 h 1847088"/>
              <a:gd name="connsiteX8" fmla="*/ 2602 w 1175525"/>
              <a:gd name="connsiteY8" fmla="*/ 0 h 1847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5525" h="1847088">
                <a:moveTo>
                  <a:pt x="2602" y="0"/>
                </a:moveTo>
                <a:lnTo>
                  <a:pt x="1175525" y="0"/>
                </a:lnTo>
                <a:lnTo>
                  <a:pt x="1175525" y="1847088"/>
                </a:lnTo>
                <a:lnTo>
                  <a:pt x="2602" y="1847088"/>
                </a:lnTo>
                <a:cubicBezTo>
                  <a:pt x="3249" y="1657585"/>
                  <a:pt x="-976" y="1575847"/>
                  <a:pt x="213" y="1292999"/>
                </a:cubicBezTo>
                <a:cubicBezTo>
                  <a:pt x="102050" y="1290186"/>
                  <a:pt x="174521" y="1291094"/>
                  <a:pt x="236433" y="1289189"/>
                </a:cubicBezTo>
                <a:cubicBezTo>
                  <a:pt x="239291" y="1026299"/>
                  <a:pt x="237386" y="749757"/>
                  <a:pt x="238338" y="572909"/>
                </a:cubicBezTo>
                <a:cubicBezTo>
                  <a:pt x="116337" y="572318"/>
                  <a:pt x="89667" y="575684"/>
                  <a:pt x="2118" y="574814"/>
                </a:cubicBezTo>
                <a:cubicBezTo>
                  <a:pt x="2279" y="383209"/>
                  <a:pt x="2441" y="191605"/>
                  <a:pt x="2602" y="0"/>
                </a:cubicBezTo>
                <a:close/>
              </a:path>
            </a:pathLst>
          </a:custGeom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FD4D7B7F-47B6-90A3-0C50-BFF9000834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0865" y="5029928"/>
            <a:ext cx="504653" cy="718427"/>
          </a:xfrm>
          <a:solidFill>
            <a:schemeClr val="accent6">
              <a:lumMod val="20000"/>
              <a:lumOff val="80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75000"/>
              </a:lnSpc>
              <a:spcBef>
                <a:spcPts val="0"/>
              </a:spcBef>
              <a:buNone/>
              <a:defRPr sz="2800" b="0" spc="0" baseline="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24" name="Picture Placeholder 33">
            <a:extLst>
              <a:ext uri="{FF2B5EF4-FFF2-40B4-BE49-F238E27FC236}">
                <a16:creationId xmlns:a16="http://schemas.microsoft.com/office/drawing/2014/main" id="{C4A8C7FA-CD1F-E69D-BBCB-ECD5238CF66E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7263754" y="4449228"/>
            <a:ext cx="1175525" cy="1847088"/>
          </a:xfrm>
          <a:custGeom>
            <a:avLst/>
            <a:gdLst>
              <a:gd name="connsiteX0" fmla="*/ 0 w 1172923"/>
              <a:gd name="connsiteY0" fmla="*/ 0 h 1847088"/>
              <a:gd name="connsiteX1" fmla="*/ 1172923 w 1172923"/>
              <a:gd name="connsiteY1" fmla="*/ 0 h 1847088"/>
              <a:gd name="connsiteX2" fmla="*/ 1172923 w 1172923"/>
              <a:gd name="connsiteY2" fmla="*/ 1847088 h 1847088"/>
              <a:gd name="connsiteX3" fmla="*/ 0 w 1172923"/>
              <a:gd name="connsiteY3" fmla="*/ 1847088 h 1847088"/>
              <a:gd name="connsiteX4" fmla="*/ 0 w 1172923"/>
              <a:gd name="connsiteY4" fmla="*/ 0 h 1847088"/>
              <a:gd name="connsiteX0" fmla="*/ 484 w 1173407"/>
              <a:gd name="connsiteY0" fmla="*/ 0 h 1847088"/>
              <a:gd name="connsiteX1" fmla="*/ 1173407 w 1173407"/>
              <a:gd name="connsiteY1" fmla="*/ 0 h 1847088"/>
              <a:gd name="connsiteX2" fmla="*/ 1173407 w 1173407"/>
              <a:gd name="connsiteY2" fmla="*/ 1847088 h 1847088"/>
              <a:gd name="connsiteX3" fmla="*/ 484 w 1173407"/>
              <a:gd name="connsiteY3" fmla="*/ 1847088 h 1847088"/>
              <a:gd name="connsiteX4" fmla="*/ 0 w 1173407"/>
              <a:gd name="connsiteY4" fmla="*/ 574814 h 1847088"/>
              <a:gd name="connsiteX5" fmla="*/ 484 w 1173407"/>
              <a:gd name="connsiteY5" fmla="*/ 0 h 1847088"/>
              <a:gd name="connsiteX0" fmla="*/ 50869 w 1223792"/>
              <a:gd name="connsiteY0" fmla="*/ 0 h 1847088"/>
              <a:gd name="connsiteX1" fmla="*/ 1223792 w 1223792"/>
              <a:gd name="connsiteY1" fmla="*/ 0 h 1847088"/>
              <a:gd name="connsiteX2" fmla="*/ 1223792 w 1223792"/>
              <a:gd name="connsiteY2" fmla="*/ 1847088 h 1847088"/>
              <a:gd name="connsiteX3" fmla="*/ 50869 w 1223792"/>
              <a:gd name="connsiteY3" fmla="*/ 1847088 h 1847088"/>
              <a:gd name="connsiteX4" fmla="*/ 286605 w 1223792"/>
              <a:gd name="connsiteY4" fmla="*/ 572909 h 1847088"/>
              <a:gd name="connsiteX5" fmla="*/ 50385 w 1223792"/>
              <a:gd name="connsiteY5" fmla="*/ 574814 h 1847088"/>
              <a:gd name="connsiteX6" fmla="*/ 50869 w 1223792"/>
              <a:gd name="connsiteY6" fmla="*/ 0 h 1847088"/>
              <a:gd name="connsiteX0" fmla="*/ 50869 w 1223792"/>
              <a:gd name="connsiteY0" fmla="*/ 0 h 1847088"/>
              <a:gd name="connsiteX1" fmla="*/ 1223792 w 1223792"/>
              <a:gd name="connsiteY1" fmla="*/ 0 h 1847088"/>
              <a:gd name="connsiteX2" fmla="*/ 1223792 w 1223792"/>
              <a:gd name="connsiteY2" fmla="*/ 1847088 h 1847088"/>
              <a:gd name="connsiteX3" fmla="*/ 50869 w 1223792"/>
              <a:gd name="connsiteY3" fmla="*/ 1847088 h 1847088"/>
              <a:gd name="connsiteX4" fmla="*/ 286605 w 1223792"/>
              <a:gd name="connsiteY4" fmla="*/ 572909 h 1847088"/>
              <a:gd name="connsiteX5" fmla="*/ 50385 w 1223792"/>
              <a:gd name="connsiteY5" fmla="*/ 574814 h 1847088"/>
              <a:gd name="connsiteX6" fmla="*/ 50869 w 1223792"/>
              <a:gd name="connsiteY6" fmla="*/ 0 h 1847088"/>
              <a:gd name="connsiteX0" fmla="*/ 50869 w 1223792"/>
              <a:gd name="connsiteY0" fmla="*/ 0 h 1847088"/>
              <a:gd name="connsiteX1" fmla="*/ 1223792 w 1223792"/>
              <a:gd name="connsiteY1" fmla="*/ 0 h 1847088"/>
              <a:gd name="connsiteX2" fmla="*/ 1223792 w 1223792"/>
              <a:gd name="connsiteY2" fmla="*/ 1847088 h 1847088"/>
              <a:gd name="connsiteX3" fmla="*/ 50869 w 1223792"/>
              <a:gd name="connsiteY3" fmla="*/ 1847088 h 1847088"/>
              <a:gd name="connsiteX4" fmla="*/ 286605 w 1223792"/>
              <a:gd name="connsiteY4" fmla="*/ 572909 h 1847088"/>
              <a:gd name="connsiteX5" fmla="*/ 50385 w 1223792"/>
              <a:gd name="connsiteY5" fmla="*/ 574814 h 1847088"/>
              <a:gd name="connsiteX6" fmla="*/ 50869 w 1223792"/>
              <a:gd name="connsiteY6" fmla="*/ 0 h 1847088"/>
              <a:gd name="connsiteX0" fmla="*/ 101701 w 1274624"/>
              <a:gd name="connsiteY0" fmla="*/ 0 h 1847088"/>
              <a:gd name="connsiteX1" fmla="*/ 1274624 w 1274624"/>
              <a:gd name="connsiteY1" fmla="*/ 0 h 1847088"/>
              <a:gd name="connsiteX2" fmla="*/ 1274624 w 1274624"/>
              <a:gd name="connsiteY2" fmla="*/ 1847088 h 1847088"/>
              <a:gd name="connsiteX3" fmla="*/ 101701 w 1274624"/>
              <a:gd name="connsiteY3" fmla="*/ 1847088 h 1847088"/>
              <a:gd name="connsiteX4" fmla="*/ 80262 w 1274624"/>
              <a:gd name="connsiteY4" fmla="*/ 1292999 h 1847088"/>
              <a:gd name="connsiteX5" fmla="*/ 337437 w 1274624"/>
              <a:gd name="connsiteY5" fmla="*/ 572909 h 1847088"/>
              <a:gd name="connsiteX6" fmla="*/ 101217 w 1274624"/>
              <a:gd name="connsiteY6" fmla="*/ 574814 h 1847088"/>
              <a:gd name="connsiteX7" fmla="*/ 101701 w 1274624"/>
              <a:gd name="connsiteY7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7196 w 1264383"/>
              <a:gd name="connsiteY5" fmla="*/ 572909 h 1847088"/>
              <a:gd name="connsiteX6" fmla="*/ 90976 w 1264383"/>
              <a:gd name="connsiteY6" fmla="*/ 574814 h 1847088"/>
              <a:gd name="connsiteX7" fmla="*/ 91460 w 1264383"/>
              <a:gd name="connsiteY7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7196 w 1264383"/>
              <a:gd name="connsiteY5" fmla="*/ 572909 h 1847088"/>
              <a:gd name="connsiteX6" fmla="*/ 90976 w 1264383"/>
              <a:gd name="connsiteY6" fmla="*/ 574814 h 1847088"/>
              <a:gd name="connsiteX7" fmla="*/ 91460 w 1264383"/>
              <a:gd name="connsiteY7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21484 w 1194407"/>
              <a:gd name="connsiteY0" fmla="*/ 0 h 1847088"/>
              <a:gd name="connsiteX1" fmla="*/ 1194407 w 1194407"/>
              <a:gd name="connsiteY1" fmla="*/ 0 h 1847088"/>
              <a:gd name="connsiteX2" fmla="*/ 1194407 w 1194407"/>
              <a:gd name="connsiteY2" fmla="*/ 1847088 h 1847088"/>
              <a:gd name="connsiteX3" fmla="*/ 21484 w 1194407"/>
              <a:gd name="connsiteY3" fmla="*/ 1847088 h 1847088"/>
              <a:gd name="connsiteX4" fmla="*/ 45 w 1194407"/>
              <a:gd name="connsiteY4" fmla="*/ 1292999 h 1847088"/>
              <a:gd name="connsiteX5" fmla="*/ 253410 w 1194407"/>
              <a:gd name="connsiteY5" fmla="*/ 1289189 h 1847088"/>
              <a:gd name="connsiteX6" fmla="*/ 257220 w 1194407"/>
              <a:gd name="connsiteY6" fmla="*/ 572909 h 1847088"/>
              <a:gd name="connsiteX7" fmla="*/ 21000 w 1194407"/>
              <a:gd name="connsiteY7" fmla="*/ 574814 h 1847088"/>
              <a:gd name="connsiteX8" fmla="*/ 21484 w 1194407"/>
              <a:gd name="connsiteY8" fmla="*/ 0 h 1847088"/>
              <a:gd name="connsiteX0" fmla="*/ 2602 w 1175525"/>
              <a:gd name="connsiteY0" fmla="*/ 0 h 1847088"/>
              <a:gd name="connsiteX1" fmla="*/ 1175525 w 1175525"/>
              <a:gd name="connsiteY1" fmla="*/ 0 h 1847088"/>
              <a:gd name="connsiteX2" fmla="*/ 1175525 w 1175525"/>
              <a:gd name="connsiteY2" fmla="*/ 1847088 h 1847088"/>
              <a:gd name="connsiteX3" fmla="*/ 2602 w 1175525"/>
              <a:gd name="connsiteY3" fmla="*/ 1847088 h 1847088"/>
              <a:gd name="connsiteX4" fmla="*/ 213 w 1175525"/>
              <a:gd name="connsiteY4" fmla="*/ 1292999 h 1847088"/>
              <a:gd name="connsiteX5" fmla="*/ 234528 w 1175525"/>
              <a:gd name="connsiteY5" fmla="*/ 1289189 h 1847088"/>
              <a:gd name="connsiteX6" fmla="*/ 238338 w 1175525"/>
              <a:gd name="connsiteY6" fmla="*/ 572909 h 1847088"/>
              <a:gd name="connsiteX7" fmla="*/ 2118 w 1175525"/>
              <a:gd name="connsiteY7" fmla="*/ 574814 h 1847088"/>
              <a:gd name="connsiteX8" fmla="*/ 2602 w 1175525"/>
              <a:gd name="connsiteY8" fmla="*/ 0 h 1847088"/>
              <a:gd name="connsiteX0" fmla="*/ 2602 w 1175525"/>
              <a:gd name="connsiteY0" fmla="*/ 0 h 1847088"/>
              <a:gd name="connsiteX1" fmla="*/ 1175525 w 1175525"/>
              <a:gd name="connsiteY1" fmla="*/ 0 h 1847088"/>
              <a:gd name="connsiteX2" fmla="*/ 1175525 w 1175525"/>
              <a:gd name="connsiteY2" fmla="*/ 1847088 h 1847088"/>
              <a:gd name="connsiteX3" fmla="*/ 2602 w 1175525"/>
              <a:gd name="connsiteY3" fmla="*/ 1847088 h 1847088"/>
              <a:gd name="connsiteX4" fmla="*/ 213 w 1175525"/>
              <a:gd name="connsiteY4" fmla="*/ 1292999 h 1847088"/>
              <a:gd name="connsiteX5" fmla="*/ 236433 w 1175525"/>
              <a:gd name="connsiteY5" fmla="*/ 1289189 h 1847088"/>
              <a:gd name="connsiteX6" fmla="*/ 238338 w 1175525"/>
              <a:gd name="connsiteY6" fmla="*/ 572909 h 1847088"/>
              <a:gd name="connsiteX7" fmla="*/ 2118 w 1175525"/>
              <a:gd name="connsiteY7" fmla="*/ 574814 h 1847088"/>
              <a:gd name="connsiteX8" fmla="*/ 2602 w 1175525"/>
              <a:gd name="connsiteY8" fmla="*/ 0 h 1847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5525" h="1847088">
                <a:moveTo>
                  <a:pt x="2602" y="0"/>
                </a:moveTo>
                <a:lnTo>
                  <a:pt x="1175525" y="0"/>
                </a:lnTo>
                <a:lnTo>
                  <a:pt x="1175525" y="1847088"/>
                </a:lnTo>
                <a:lnTo>
                  <a:pt x="2602" y="1847088"/>
                </a:lnTo>
                <a:cubicBezTo>
                  <a:pt x="3249" y="1657585"/>
                  <a:pt x="-976" y="1575847"/>
                  <a:pt x="213" y="1292999"/>
                </a:cubicBezTo>
                <a:cubicBezTo>
                  <a:pt x="102050" y="1290186"/>
                  <a:pt x="174521" y="1291094"/>
                  <a:pt x="236433" y="1289189"/>
                </a:cubicBezTo>
                <a:cubicBezTo>
                  <a:pt x="239291" y="1026299"/>
                  <a:pt x="237386" y="749757"/>
                  <a:pt x="238338" y="572909"/>
                </a:cubicBezTo>
                <a:cubicBezTo>
                  <a:pt x="116337" y="572318"/>
                  <a:pt x="89667" y="575684"/>
                  <a:pt x="2118" y="574814"/>
                </a:cubicBezTo>
                <a:cubicBezTo>
                  <a:pt x="2279" y="383209"/>
                  <a:pt x="2441" y="191605"/>
                  <a:pt x="2602" y="0"/>
                </a:cubicBezTo>
                <a:close/>
              </a:path>
            </a:pathLst>
          </a:custGeom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8299739-6734-AC50-12FE-A0EDBE6958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12758" y="5581438"/>
            <a:ext cx="504653" cy="718427"/>
          </a:xfrm>
          <a:solidFill>
            <a:schemeClr val="accent6">
              <a:lumMod val="20000"/>
              <a:lumOff val="80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75000"/>
              </a:lnSpc>
              <a:spcBef>
                <a:spcPts val="0"/>
              </a:spcBef>
              <a:buNone/>
              <a:defRPr sz="2800" b="0" spc="0" baseline="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25" name="Picture Placeholder 33">
            <a:extLst>
              <a:ext uri="{FF2B5EF4-FFF2-40B4-BE49-F238E27FC236}">
                <a16:creationId xmlns:a16="http://schemas.microsoft.com/office/drawing/2014/main" id="{C961B005-4AAE-A698-EEB7-4D65F5571C5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880908" y="5016242"/>
            <a:ext cx="1175525" cy="1847088"/>
          </a:xfrm>
          <a:custGeom>
            <a:avLst/>
            <a:gdLst>
              <a:gd name="connsiteX0" fmla="*/ 0 w 1172923"/>
              <a:gd name="connsiteY0" fmla="*/ 0 h 1847088"/>
              <a:gd name="connsiteX1" fmla="*/ 1172923 w 1172923"/>
              <a:gd name="connsiteY1" fmla="*/ 0 h 1847088"/>
              <a:gd name="connsiteX2" fmla="*/ 1172923 w 1172923"/>
              <a:gd name="connsiteY2" fmla="*/ 1847088 h 1847088"/>
              <a:gd name="connsiteX3" fmla="*/ 0 w 1172923"/>
              <a:gd name="connsiteY3" fmla="*/ 1847088 h 1847088"/>
              <a:gd name="connsiteX4" fmla="*/ 0 w 1172923"/>
              <a:gd name="connsiteY4" fmla="*/ 0 h 1847088"/>
              <a:gd name="connsiteX0" fmla="*/ 484 w 1173407"/>
              <a:gd name="connsiteY0" fmla="*/ 0 h 1847088"/>
              <a:gd name="connsiteX1" fmla="*/ 1173407 w 1173407"/>
              <a:gd name="connsiteY1" fmla="*/ 0 h 1847088"/>
              <a:gd name="connsiteX2" fmla="*/ 1173407 w 1173407"/>
              <a:gd name="connsiteY2" fmla="*/ 1847088 h 1847088"/>
              <a:gd name="connsiteX3" fmla="*/ 484 w 1173407"/>
              <a:gd name="connsiteY3" fmla="*/ 1847088 h 1847088"/>
              <a:gd name="connsiteX4" fmla="*/ 0 w 1173407"/>
              <a:gd name="connsiteY4" fmla="*/ 574814 h 1847088"/>
              <a:gd name="connsiteX5" fmla="*/ 484 w 1173407"/>
              <a:gd name="connsiteY5" fmla="*/ 0 h 1847088"/>
              <a:gd name="connsiteX0" fmla="*/ 50869 w 1223792"/>
              <a:gd name="connsiteY0" fmla="*/ 0 h 1847088"/>
              <a:gd name="connsiteX1" fmla="*/ 1223792 w 1223792"/>
              <a:gd name="connsiteY1" fmla="*/ 0 h 1847088"/>
              <a:gd name="connsiteX2" fmla="*/ 1223792 w 1223792"/>
              <a:gd name="connsiteY2" fmla="*/ 1847088 h 1847088"/>
              <a:gd name="connsiteX3" fmla="*/ 50869 w 1223792"/>
              <a:gd name="connsiteY3" fmla="*/ 1847088 h 1847088"/>
              <a:gd name="connsiteX4" fmla="*/ 286605 w 1223792"/>
              <a:gd name="connsiteY4" fmla="*/ 572909 h 1847088"/>
              <a:gd name="connsiteX5" fmla="*/ 50385 w 1223792"/>
              <a:gd name="connsiteY5" fmla="*/ 574814 h 1847088"/>
              <a:gd name="connsiteX6" fmla="*/ 50869 w 1223792"/>
              <a:gd name="connsiteY6" fmla="*/ 0 h 1847088"/>
              <a:gd name="connsiteX0" fmla="*/ 50869 w 1223792"/>
              <a:gd name="connsiteY0" fmla="*/ 0 h 1847088"/>
              <a:gd name="connsiteX1" fmla="*/ 1223792 w 1223792"/>
              <a:gd name="connsiteY1" fmla="*/ 0 h 1847088"/>
              <a:gd name="connsiteX2" fmla="*/ 1223792 w 1223792"/>
              <a:gd name="connsiteY2" fmla="*/ 1847088 h 1847088"/>
              <a:gd name="connsiteX3" fmla="*/ 50869 w 1223792"/>
              <a:gd name="connsiteY3" fmla="*/ 1847088 h 1847088"/>
              <a:gd name="connsiteX4" fmla="*/ 286605 w 1223792"/>
              <a:gd name="connsiteY4" fmla="*/ 572909 h 1847088"/>
              <a:gd name="connsiteX5" fmla="*/ 50385 w 1223792"/>
              <a:gd name="connsiteY5" fmla="*/ 574814 h 1847088"/>
              <a:gd name="connsiteX6" fmla="*/ 50869 w 1223792"/>
              <a:gd name="connsiteY6" fmla="*/ 0 h 1847088"/>
              <a:gd name="connsiteX0" fmla="*/ 50869 w 1223792"/>
              <a:gd name="connsiteY0" fmla="*/ 0 h 1847088"/>
              <a:gd name="connsiteX1" fmla="*/ 1223792 w 1223792"/>
              <a:gd name="connsiteY1" fmla="*/ 0 h 1847088"/>
              <a:gd name="connsiteX2" fmla="*/ 1223792 w 1223792"/>
              <a:gd name="connsiteY2" fmla="*/ 1847088 h 1847088"/>
              <a:gd name="connsiteX3" fmla="*/ 50869 w 1223792"/>
              <a:gd name="connsiteY3" fmla="*/ 1847088 h 1847088"/>
              <a:gd name="connsiteX4" fmla="*/ 286605 w 1223792"/>
              <a:gd name="connsiteY4" fmla="*/ 572909 h 1847088"/>
              <a:gd name="connsiteX5" fmla="*/ 50385 w 1223792"/>
              <a:gd name="connsiteY5" fmla="*/ 574814 h 1847088"/>
              <a:gd name="connsiteX6" fmla="*/ 50869 w 1223792"/>
              <a:gd name="connsiteY6" fmla="*/ 0 h 1847088"/>
              <a:gd name="connsiteX0" fmla="*/ 101701 w 1274624"/>
              <a:gd name="connsiteY0" fmla="*/ 0 h 1847088"/>
              <a:gd name="connsiteX1" fmla="*/ 1274624 w 1274624"/>
              <a:gd name="connsiteY1" fmla="*/ 0 h 1847088"/>
              <a:gd name="connsiteX2" fmla="*/ 1274624 w 1274624"/>
              <a:gd name="connsiteY2" fmla="*/ 1847088 h 1847088"/>
              <a:gd name="connsiteX3" fmla="*/ 101701 w 1274624"/>
              <a:gd name="connsiteY3" fmla="*/ 1847088 h 1847088"/>
              <a:gd name="connsiteX4" fmla="*/ 80262 w 1274624"/>
              <a:gd name="connsiteY4" fmla="*/ 1292999 h 1847088"/>
              <a:gd name="connsiteX5" fmla="*/ 337437 w 1274624"/>
              <a:gd name="connsiteY5" fmla="*/ 572909 h 1847088"/>
              <a:gd name="connsiteX6" fmla="*/ 101217 w 1274624"/>
              <a:gd name="connsiteY6" fmla="*/ 574814 h 1847088"/>
              <a:gd name="connsiteX7" fmla="*/ 101701 w 1274624"/>
              <a:gd name="connsiteY7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7196 w 1264383"/>
              <a:gd name="connsiteY5" fmla="*/ 572909 h 1847088"/>
              <a:gd name="connsiteX6" fmla="*/ 90976 w 1264383"/>
              <a:gd name="connsiteY6" fmla="*/ 574814 h 1847088"/>
              <a:gd name="connsiteX7" fmla="*/ 91460 w 1264383"/>
              <a:gd name="connsiteY7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7196 w 1264383"/>
              <a:gd name="connsiteY5" fmla="*/ 572909 h 1847088"/>
              <a:gd name="connsiteX6" fmla="*/ 90976 w 1264383"/>
              <a:gd name="connsiteY6" fmla="*/ 574814 h 1847088"/>
              <a:gd name="connsiteX7" fmla="*/ 91460 w 1264383"/>
              <a:gd name="connsiteY7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21484 w 1194407"/>
              <a:gd name="connsiteY0" fmla="*/ 0 h 1847088"/>
              <a:gd name="connsiteX1" fmla="*/ 1194407 w 1194407"/>
              <a:gd name="connsiteY1" fmla="*/ 0 h 1847088"/>
              <a:gd name="connsiteX2" fmla="*/ 1194407 w 1194407"/>
              <a:gd name="connsiteY2" fmla="*/ 1847088 h 1847088"/>
              <a:gd name="connsiteX3" fmla="*/ 21484 w 1194407"/>
              <a:gd name="connsiteY3" fmla="*/ 1847088 h 1847088"/>
              <a:gd name="connsiteX4" fmla="*/ 45 w 1194407"/>
              <a:gd name="connsiteY4" fmla="*/ 1292999 h 1847088"/>
              <a:gd name="connsiteX5" fmla="*/ 253410 w 1194407"/>
              <a:gd name="connsiteY5" fmla="*/ 1289189 h 1847088"/>
              <a:gd name="connsiteX6" fmla="*/ 257220 w 1194407"/>
              <a:gd name="connsiteY6" fmla="*/ 572909 h 1847088"/>
              <a:gd name="connsiteX7" fmla="*/ 21000 w 1194407"/>
              <a:gd name="connsiteY7" fmla="*/ 574814 h 1847088"/>
              <a:gd name="connsiteX8" fmla="*/ 21484 w 1194407"/>
              <a:gd name="connsiteY8" fmla="*/ 0 h 1847088"/>
              <a:gd name="connsiteX0" fmla="*/ 2602 w 1175525"/>
              <a:gd name="connsiteY0" fmla="*/ 0 h 1847088"/>
              <a:gd name="connsiteX1" fmla="*/ 1175525 w 1175525"/>
              <a:gd name="connsiteY1" fmla="*/ 0 h 1847088"/>
              <a:gd name="connsiteX2" fmla="*/ 1175525 w 1175525"/>
              <a:gd name="connsiteY2" fmla="*/ 1847088 h 1847088"/>
              <a:gd name="connsiteX3" fmla="*/ 2602 w 1175525"/>
              <a:gd name="connsiteY3" fmla="*/ 1847088 h 1847088"/>
              <a:gd name="connsiteX4" fmla="*/ 213 w 1175525"/>
              <a:gd name="connsiteY4" fmla="*/ 1292999 h 1847088"/>
              <a:gd name="connsiteX5" fmla="*/ 234528 w 1175525"/>
              <a:gd name="connsiteY5" fmla="*/ 1289189 h 1847088"/>
              <a:gd name="connsiteX6" fmla="*/ 238338 w 1175525"/>
              <a:gd name="connsiteY6" fmla="*/ 572909 h 1847088"/>
              <a:gd name="connsiteX7" fmla="*/ 2118 w 1175525"/>
              <a:gd name="connsiteY7" fmla="*/ 574814 h 1847088"/>
              <a:gd name="connsiteX8" fmla="*/ 2602 w 1175525"/>
              <a:gd name="connsiteY8" fmla="*/ 0 h 1847088"/>
              <a:gd name="connsiteX0" fmla="*/ 2602 w 1175525"/>
              <a:gd name="connsiteY0" fmla="*/ 0 h 1847088"/>
              <a:gd name="connsiteX1" fmla="*/ 1175525 w 1175525"/>
              <a:gd name="connsiteY1" fmla="*/ 0 h 1847088"/>
              <a:gd name="connsiteX2" fmla="*/ 1175525 w 1175525"/>
              <a:gd name="connsiteY2" fmla="*/ 1847088 h 1847088"/>
              <a:gd name="connsiteX3" fmla="*/ 2602 w 1175525"/>
              <a:gd name="connsiteY3" fmla="*/ 1847088 h 1847088"/>
              <a:gd name="connsiteX4" fmla="*/ 213 w 1175525"/>
              <a:gd name="connsiteY4" fmla="*/ 1292999 h 1847088"/>
              <a:gd name="connsiteX5" fmla="*/ 236433 w 1175525"/>
              <a:gd name="connsiteY5" fmla="*/ 1289189 h 1847088"/>
              <a:gd name="connsiteX6" fmla="*/ 238338 w 1175525"/>
              <a:gd name="connsiteY6" fmla="*/ 572909 h 1847088"/>
              <a:gd name="connsiteX7" fmla="*/ 2118 w 1175525"/>
              <a:gd name="connsiteY7" fmla="*/ 574814 h 1847088"/>
              <a:gd name="connsiteX8" fmla="*/ 2602 w 1175525"/>
              <a:gd name="connsiteY8" fmla="*/ 0 h 1847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5525" h="1847088">
                <a:moveTo>
                  <a:pt x="2602" y="0"/>
                </a:moveTo>
                <a:lnTo>
                  <a:pt x="1175525" y="0"/>
                </a:lnTo>
                <a:lnTo>
                  <a:pt x="1175525" y="1847088"/>
                </a:lnTo>
                <a:lnTo>
                  <a:pt x="2602" y="1847088"/>
                </a:lnTo>
                <a:cubicBezTo>
                  <a:pt x="3249" y="1657585"/>
                  <a:pt x="-976" y="1575847"/>
                  <a:pt x="213" y="1292999"/>
                </a:cubicBezTo>
                <a:cubicBezTo>
                  <a:pt x="102050" y="1290186"/>
                  <a:pt x="174521" y="1291094"/>
                  <a:pt x="236433" y="1289189"/>
                </a:cubicBezTo>
                <a:cubicBezTo>
                  <a:pt x="239291" y="1026299"/>
                  <a:pt x="237386" y="749757"/>
                  <a:pt x="238338" y="572909"/>
                </a:cubicBezTo>
                <a:cubicBezTo>
                  <a:pt x="116337" y="572318"/>
                  <a:pt x="89667" y="575684"/>
                  <a:pt x="2118" y="574814"/>
                </a:cubicBezTo>
                <a:cubicBezTo>
                  <a:pt x="2279" y="383209"/>
                  <a:pt x="2441" y="191605"/>
                  <a:pt x="2602" y="0"/>
                </a:cubicBezTo>
                <a:close/>
              </a:path>
            </a:pathLst>
          </a:custGeom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2B20D24-A521-7B35-F80C-43831172F22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40286" y="5020784"/>
            <a:ext cx="504653" cy="718427"/>
          </a:xfrm>
          <a:solidFill>
            <a:schemeClr val="accent6">
              <a:lumMod val="20000"/>
              <a:lumOff val="80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75000"/>
              </a:lnSpc>
              <a:spcBef>
                <a:spcPts val="0"/>
              </a:spcBef>
              <a:buNone/>
              <a:defRPr sz="2800" b="0" spc="0" baseline="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33" name="Picture Placeholder 33">
            <a:extLst>
              <a:ext uri="{FF2B5EF4-FFF2-40B4-BE49-F238E27FC236}">
                <a16:creationId xmlns:a16="http://schemas.microsoft.com/office/drawing/2014/main" id="{5FA6CD30-9A88-B77E-FAE4-3CB0483E3D9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10524837" y="4449228"/>
            <a:ext cx="1175525" cy="1847088"/>
          </a:xfrm>
          <a:custGeom>
            <a:avLst/>
            <a:gdLst>
              <a:gd name="connsiteX0" fmla="*/ 0 w 1172923"/>
              <a:gd name="connsiteY0" fmla="*/ 0 h 1847088"/>
              <a:gd name="connsiteX1" fmla="*/ 1172923 w 1172923"/>
              <a:gd name="connsiteY1" fmla="*/ 0 h 1847088"/>
              <a:gd name="connsiteX2" fmla="*/ 1172923 w 1172923"/>
              <a:gd name="connsiteY2" fmla="*/ 1847088 h 1847088"/>
              <a:gd name="connsiteX3" fmla="*/ 0 w 1172923"/>
              <a:gd name="connsiteY3" fmla="*/ 1847088 h 1847088"/>
              <a:gd name="connsiteX4" fmla="*/ 0 w 1172923"/>
              <a:gd name="connsiteY4" fmla="*/ 0 h 1847088"/>
              <a:gd name="connsiteX0" fmla="*/ 484 w 1173407"/>
              <a:gd name="connsiteY0" fmla="*/ 0 h 1847088"/>
              <a:gd name="connsiteX1" fmla="*/ 1173407 w 1173407"/>
              <a:gd name="connsiteY1" fmla="*/ 0 h 1847088"/>
              <a:gd name="connsiteX2" fmla="*/ 1173407 w 1173407"/>
              <a:gd name="connsiteY2" fmla="*/ 1847088 h 1847088"/>
              <a:gd name="connsiteX3" fmla="*/ 484 w 1173407"/>
              <a:gd name="connsiteY3" fmla="*/ 1847088 h 1847088"/>
              <a:gd name="connsiteX4" fmla="*/ 0 w 1173407"/>
              <a:gd name="connsiteY4" fmla="*/ 574814 h 1847088"/>
              <a:gd name="connsiteX5" fmla="*/ 484 w 1173407"/>
              <a:gd name="connsiteY5" fmla="*/ 0 h 1847088"/>
              <a:gd name="connsiteX0" fmla="*/ 50869 w 1223792"/>
              <a:gd name="connsiteY0" fmla="*/ 0 h 1847088"/>
              <a:gd name="connsiteX1" fmla="*/ 1223792 w 1223792"/>
              <a:gd name="connsiteY1" fmla="*/ 0 h 1847088"/>
              <a:gd name="connsiteX2" fmla="*/ 1223792 w 1223792"/>
              <a:gd name="connsiteY2" fmla="*/ 1847088 h 1847088"/>
              <a:gd name="connsiteX3" fmla="*/ 50869 w 1223792"/>
              <a:gd name="connsiteY3" fmla="*/ 1847088 h 1847088"/>
              <a:gd name="connsiteX4" fmla="*/ 286605 w 1223792"/>
              <a:gd name="connsiteY4" fmla="*/ 572909 h 1847088"/>
              <a:gd name="connsiteX5" fmla="*/ 50385 w 1223792"/>
              <a:gd name="connsiteY5" fmla="*/ 574814 h 1847088"/>
              <a:gd name="connsiteX6" fmla="*/ 50869 w 1223792"/>
              <a:gd name="connsiteY6" fmla="*/ 0 h 1847088"/>
              <a:gd name="connsiteX0" fmla="*/ 50869 w 1223792"/>
              <a:gd name="connsiteY0" fmla="*/ 0 h 1847088"/>
              <a:gd name="connsiteX1" fmla="*/ 1223792 w 1223792"/>
              <a:gd name="connsiteY1" fmla="*/ 0 h 1847088"/>
              <a:gd name="connsiteX2" fmla="*/ 1223792 w 1223792"/>
              <a:gd name="connsiteY2" fmla="*/ 1847088 h 1847088"/>
              <a:gd name="connsiteX3" fmla="*/ 50869 w 1223792"/>
              <a:gd name="connsiteY3" fmla="*/ 1847088 h 1847088"/>
              <a:gd name="connsiteX4" fmla="*/ 286605 w 1223792"/>
              <a:gd name="connsiteY4" fmla="*/ 572909 h 1847088"/>
              <a:gd name="connsiteX5" fmla="*/ 50385 w 1223792"/>
              <a:gd name="connsiteY5" fmla="*/ 574814 h 1847088"/>
              <a:gd name="connsiteX6" fmla="*/ 50869 w 1223792"/>
              <a:gd name="connsiteY6" fmla="*/ 0 h 1847088"/>
              <a:gd name="connsiteX0" fmla="*/ 50869 w 1223792"/>
              <a:gd name="connsiteY0" fmla="*/ 0 h 1847088"/>
              <a:gd name="connsiteX1" fmla="*/ 1223792 w 1223792"/>
              <a:gd name="connsiteY1" fmla="*/ 0 h 1847088"/>
              <a:gd name="connsiteX2" fmla="*/ 1223792 w 1223792"/>
              <a:gd name="connsiteY2" fmla="*/ 1847088 h 1847088"/>
              <a:gd name="connsiteX3" fmla="*/ 50869 w 1223792"/>
              <a:gd name="connsiteY3" fmla="*/ 1847088 h 1847088"/>
              <a:gd name="connsiteX4" fmla="*/ 286605 w 1223792"/>
              <a:gd name="connsiteY4" fmla="*/ 572909 h 1847088"/>
              <a:gd name="connsiteX5" fmla="*/ 50385 w 1223792"/>
              <a:gd name="connsiteY5" fmla="*/ 574814 h 1847088"/>
              <a:gd name="connsiteX6" fmla="*/ 50869 w 1223792"/>
              <a:gd name="connsiteY6" fmla="*/ 0 h 1847088"/>
              <a:gd name="connsiteX0" fmla="*/ 101701 w 1274624"/>
              <a:gd name="connsiteY0" fmla="*/ 0 h 1847088"/>
              <a:gd name="connsiteX1" fmla="*/ 1274624 w 1274624"/>
              <a:gd name="connsiteY1" fmla="*/ 0 h 1847088"/>
              <a:gd name="connsiteX2" fmla="*/ 1274624 w 1274624"/>
              <a:gd name="connsiteY2" fmla="*/ 1847088 h 1847088"/>
              <a:gd name="connsiteX3" fmla="*/ 101701 w 1274624"/>
              <a:gd name="connsiteY3" fmla="*/ 1847088 h 1847088"/>
              <a:gd name="connsiteX4" fmla="*/ 80262 w 1274624"/>
              <a:gd name="connsiteY4" fmla="*/ 1292999 h 1847088"/>
              <a:gd name="connsiteX5" fmla="*/ 337437 w 1274624"/>
              <a:gd name="connsiteY5" fmla="*/ 572909 h 1847088"/>
              <a:gd name="connsiteX6" fmla="*/ 101217 w 1274624"/>
              <a:gd name="connsiteY6" fmla="*/ 574814 h 1847088"/>
              <a:gd name="connsiteX7" fmla="*/ 101701 w 1274624"/>
              <a:gd name="connsiteY7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7196 w 1264383"/>
              <a:gd name="connsiteY5" fmla="*/ 572909 h 1847088"/>
              <a:gd name="connsiteX6" fmla="*/ 90976 w 1264383"/>
              <a:gd name="connsiteY6" fmla="*/ 574814 h 1847088"/>
              <a:gd name="connsiteX7" fmla="*/ 91460 w 1264383"/>
              <a:gd name="connsiteY7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7196 w 1264383"/>
              <a:gd name="connsiteY5" fmla="*/ 572909 h 1847088"/>
              <a:gd name="connsiteX6" fmla="*/ 90976 w 1264383"/>
              <a:gd name="connsiteY6" fmla="*/ 574814 h 1847088"/>
              <a:gd name="connsiteX7" fmla="*/ 91460 w 1264383"/>
              <a:gd name="connsiteY7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91460 w 1264383"/>
              <a:gd name="connsiteY0" fmla="*/ 0 h 1847088"/>
              <a:gd name="connsiteX1" fmla="*/ 1264383 w 1264383"/>
              <a:gd name="connsiteY1" fmla="*/ 0 h 1847088"/>
              <a:gd name="connsiteX2" fmla="*/ 1264383 w 1264383"/>
              <a:gd name="connsiteY2" fmla="*/ 1847088 h 1847088"/>
              <a:gd name="connsiteX3" fmla="*/ 91460 w 1264383"/>
              <a:gd name="connsiteY3" fmla="*/ 1847088 h 1847088"/>
              <a:gd name="connsiteX4" fmla="*/ 70021 w 1264383"/>
              <a:gd name="connsiteY4" fmla="*/ 1292999 h 1847088"/>
              <a:gd name="connsiteX5" fmla="*/ 323386 w 1264383"/>
              <a:gd name="connsiteY5" fmla="*/ 1289189 h 1847088"/>
              <a:gd name="connsiteX6" fmla="*/ 327196 w 1264383"/>
              <a:gd name="connsiteY6" fmla="*/ 572909 h 1847088"/>
              <a:gd name="connsiteX7" fmla="*/ 90976 w 1264383"/>
              <a:gd name="connsiteY7" fmla="*/ 574814 h 1847088"/>
              <a:gd name="connsiteX8" fmla="*/ 91460 w 1264383"/>
              <a:gd name="connsiteY8" fmla="*/ 0 h 1847088"/>
              <a:gd name="connsiteX0" fmla="*/ 21484 w 1194407"/>
              <a:gd name="connsiteY0" fmla="*/ 0 h 1847088"/>
              <a:gd name="connsiteX1" fmla="*/ 1194407 w 1194407"/>
              <a:gd name="connsiteY1" fmla="*/ 0 h 1847088"/>
              <a:gd name="connsiteX2" fmla="*/ 1194407 w 1194407"/>
              <a:gd name="connsiteY2" fmla="*/ 1847088 h 1847088"/>
              <a:gd name="connsiteX3" fmla="*/ 21484 w 1194407"/>
              <a:gd name="connsiteY3" fmla="*/ 1847088 h 1847088"/>
              <a:gd name="connsiteX4" fmla="*/ 45 w 1194407"/>
              <a:gd name="connsiteY4" fmla="*/ 1292999 h 1847088"/>
              <a:gd name="connsiteX5" fmla="*/ 253410 w 1194407"/>
              <a:gd name="connsiteY5" fmla="*/ 1289189 h 1847088"/>
              <a:gd name="connsiteX6" fmla="*/ 257220 w 1194407"/>
              <a:gd name="connsiteY6" fmla="*/ 572909 h 1847088"/>
              <a:gd name="connsiteX7" fmla="*/ 21000 w 1194407"/>
              <a:gd name="connsiteY7" fmla="*/ 574814 h 1847088"/>
              <a:gd name="connsiteX8" fmla="*/ 21484 w 1194407"/>
              <a:gd name="connsiteY8" fmla="*/ 0 h 1847088"/>
              <a:gd name="connsiteX0" fmla="*/ 2602 w 1175525"/>
              <a:gd name="connsiteY0" fmla="*/ 0 h 1847088"/>
              <a:gd name="connsiteX1" fmla="*/ 1175525 w 1175525"/>
              <a:gd name="connsiteY1" fmla="*/ 0 h 1847088"/>
              <a:gd name="connsiteX2" fmla="*/ 1175525 w 1175525"/>
              <a:gd name="connsiteY2" fmla="*/ 1847088 h 1847088"/>
              <a:gd name="connsiteX3" fmla="*/ 2602 w 1175525"/>
              <a:gd name="connsiteY3" fmla="*/ 1847088 h 1847088"/>
              <a:gd name="connsiteX4" fmla="*/ 213 w 1175525"/>
              <a:gd name="connsiteY4" fmla="*/ 1292999 h 1847088"/>
              <a:gd name="connsiteX5" fmla="*/ 234528 w 1175525"/>
              <a:gd name="connsiteY5" fmla="*/ 1289189 h 1847088"/>
              <a:gd name="connsiteX6" fmla="*/ 238338 w 1175525"/>
              <a:gd name="connsiteY6" fmla="*/ 572909 h 1847088"/>
              <a:gd name="connsiteX7" fmla="*/ 2118 w 1175525"/>
              <a:gd name="connsiteY7" fmla="*/ 574814 h 1847088"/>
              <a:gd name="connsiteX8" fmla="*/ 2602 w 1175525"/>
              <a:gd name="connsiteY8" fmla="*/ 0 h 1847088"/>
              <a:gd name="connsiteX0" fmla="*/ 2602 w 1175525"/>
              <a:gd name="connsiteY0" fmla="*/ 0 h 1847088"/>
              <a:gd name="connsiteX1" fmla="*/ 1175525 w 1175525"/>
              <a:gd name="connsiteY1" fmla="*/ 0 h 1847088"/>
              <a:gd name="connsiteX2" fmla="*/ 1175525 w 1175525"/>
              <a:gd name="connsiteY2" fmla="*/ 1847088 h 1847088"/>
              <a:gd name="connsiteX3" fmla="*/ 2602 w 1175525"/>
              <a:gd name="connsiteY3" fmla="*/ 1847088 h 1847088"/>
              <a:gd name="connsiteX4" fmla="*/ 213 w 1175525"/>
              <a:gd name="connsiteY4" fmla="*/ 1292999 h 1847088"/>
              <a:gd name="connsiteX5" fmla="*/ 236433 w 1175525"/>
              <a:gd name="connsiteY5" fmla="*/ 1289189 h 1847088"/>
              <a:gd name="connsiteX6" fmla="*/ 238338 w 1175525"/>
              <a:gd name="connsiteY6" fmla="*/ 572909 h 1847088"/>
              <a:gd name="connsiteX7" fmla="*/ 2118 w 1175525"/>
              <a:gd name="connsiteY7" fmla="*/ 574814 h 1847088"/>
              <a:gd name="connsiteX8" fmla="*/ 2602 w 1175525"/>
              <a:gd name="connsiteY8" fmla="*/ 0 h 1847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5525" h="1847088">
                <a:moveTo>
                  <a:pt x="2602" y="0"/>
                </a:moveTo>
                <a:lnTo>
                  <a:pt x="1175525" y="0"/>
                </a:lnTo>
                <a:lnTo>
                  <a:pt x="1175525" y="1847088"/>
                </a:lnTo>
                <a:lnTo>
                  <a:pt x="2602" y="1847088"/>
                </a:lnTo>
                <a:cubicBezTo>
                  <a:pt x="3249" y="1657585"/>
                  <a:pt x="-976" y="1575847"/>
                  <a:pt x="213" y="1292999"/>
                </a:cubicBezTo>
                <a:cubicBezTo>
                  <a:pt x="102050" y="1290186"/>
                  <a:pt x="174521" y="1291094"/>
                  <a:pt x="236433" y="1289189"/>
                </a:cubicBezTo>
                <a:cubicBezTo>
                  <a:pt x="239291" y="1026299"/>
                  <a:pt x="237386" y="749757"/>
                  <a:pt x="238338" y="572909"/>
                </a:cubicBezTo>
                <a:cubicBezTo>
                  <a:pt x="116337" y="572318"/>
                  <a:pt x="89667" y="575684"/>
                  <a:pt x="2118" y="574814"/>
                </a:cubicBezTo>
                <a:cubicBezTo>
                  <a:pt x="2279" y="383209"/>
                  <a:pt x="2441" y="191605"/>
                  <a:pt x="2602" y="0"/>
                </a:cubicBezTo>
                <a:close/>
              </a:path>
            </a:pathLst>
          </a:custGeom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C36CCF3-BEA1-9532-897E-60B21F9E0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7527" y="2914513"/>
            <a:ext cx="10954869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CAC45EB9-89EB-6947-3E66-7A20AAFF3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9776" y="2839459"/>
            <a:ext cx="161832" cy="16183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C14FCA1-3191-C23A-11F4-1E05F0F06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3127" y="2839459"/>
            <a:ext cx="161832" cy="16183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32D85A6-CD18-3D44-4ED3-479E8007C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78727" y="2839459"/>
            <a:ext cx="161832" cy="16183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BE9538A-7671-5716-2083-4863DE6FC8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03762" y="2839459"/>
            <a:ext cx="161832" cy="16183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EEF2032-047A-A048-2DAB-A434ACAEB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29927" y="2839459"/>
            <a:ext cx="161832" cy="16183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947350C-96CE-8D5D-6815-4E48490F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54965" y="2839459"/>
            <a:ext cx="161832" cy="16183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4CC6803-1FE7-920D-545D-2F48A50C6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81124" y="2839459"/>
            <a:ext cx="161832" cy="16183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615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_4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6B855-995C-1225-6A02-C46FF326D4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974" y="365125"/>
            <a:ext cx="11246567" cy="1017361"/>
          </a:xfrm>
        </p:spPr>
        <p:txBody>
          <a:bodyPr>
            <a:noAutofit/>
          </a:bodyPr>
          <a:lstStyle>
            <a:lvl1pPr algn="l">
              <a:defRPr sz="500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6B73193A-88EA-B0EF-BE93-8DF234EB17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6780" y="2158308"/>
            <a:ext cx="1515902" cy="643408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1000" b="1" cap="all" spc="300" baseline="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DCB1B8E-D420-780E-9AB7-AC039F356D3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16375" y="2158308"/>
            <a:ext cx="1515902" cy="643408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1000" b="1" cap="all" spc="300" baseline="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7656A84E-C390-F554-7CF9-98D0A99CB4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55970" y="2158308"/>
            <a:ext cx="1515902" cy="643408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1000" b="1" cap="all" spc="300" baseline="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58932D1A-5F27-5DB5-2EA3-5D2198BFE1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95565" y="2158308"/>
            <a:ext cx="1515902" cy="643408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1000" b="1" cap="all" spc="300" baseline="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DB0B66E2-831B-8B5D-7260-F680B1DCB4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35160" y="2158308"/>
            <a:ext cx="1515902" cy="643408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1000" b="1" cap="all" spc="300" baseline="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5E01213A-B19D-C32B-3CC5-8C7DF3E8B25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74755" y="2158308"/>
            <a:ext cx="1515902" cy="643408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1000" b="1" cap="all" spc="300" baseline="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5D66B4D4-1888-12A9-F2A9-581EC9B063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414352" y="2158308"/>
            <a:ext cx="1515902" cy="643408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1000" b="1" cap="all" spc="300" baseline="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BA70EC6-938E-0C76-59B1-A0D291AC520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6780" y="3282262"/>
            <a:ext cx="1515902" cy="914400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45208294-243B-6B1C-7B4D-D51C83E833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16375" y="3282262"/>
            <a:ext cx="1515902" cy="914400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F9F6658C-4BEF-1B93-92E7-AE257011819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55970" y="3282262"/>
            <a:ext cx="1515902" cy="914400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C9DE0F18-7248-091B-B3CF-C52106002CC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95565" y="3282262"/>
            <a:ext cx="1515902" cy="914400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9940A882-262E-11D9-20F5-FC422DA6058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35160" y="3282262"/>
            <a:ext cx="1515902" cy="914400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F1943B66-B889-2293-1A59-B08E0A4A09D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74755" y="3282262"/>
            <a:ext cx="1515902" cy="914400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93FE27AA-101D-9FC1-39E1-665CEBA591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414352" y="3282262"/>
            <a:ext cx="1515902" cy="914400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39C37C26-8255-6660-DCE1-D05B99B82D0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56949" y="4276725"/>
            <a:ext cx="1516228" cy="25812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B8B0653A-87D0-F144-0A04-EC18C75CDE4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2242486" y="4819650"/>
            <a:ext cx="1515903" cy="2038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Picture Placeholder 33">
            <a:extLst>
              <a:ext uri="{FF2B5EF4-FFF2-40B4-BE49-F238E27FC236}">
                <a16:creationId xmlns:a16="http://schemas.microsoft.com/office/drawing/2014/main" id="{2D436861-E5E4-0D02-515D-5135ED5C81B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827698" y="4276725"/>
            <a:ext cx="1501022" cy="25812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3">
            <a:extLst>
              <a:ext uri="{FF2B5EF4-FFF2-40B4-BE49-F238E27FC236}">
                <a16:creationId xmlns:a16="http://schemas.microsoft.com/office/drawing/2014/main" id="{38A682C7-CD55-0D0D-115A-C741A38A9D5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398029" y="4819650"/>
            <a:ext cx="1500700" cy="2038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33">
            <a:extLst>
              <a:ext uri="{FF2B5EF4-FFF2-40B4-BE49-F238E27FC236}">
                <a16:creationId xmlns:a16="http://schemas.microsoft.com/office/drawing/2014/main" id="{6D2E46AE-8931-07D9-E4BA-236767F0512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968038" y="4276725"/>
            <a:ext cx="1515904" cy="25812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3">
            <a:extLst>
              <a:ext uri="{FF2B5EF4-FFF2-40B4-BE49-F238E27FC236}">
                <a16:creationId xmlns:a16="http://schemas.microsoft.com/office/drawing/2014/main" id="{295565B1-ACA7-F26E-8827-05E8356C7C5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553251" y="4830161"/>
            <a:ext cx="1531401" cy="20278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AFF99AF0-07B4-1CEE-3781-E91ED317B3D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153958" y="4276725"/>
            <a:ext cx="1515903" cy="25812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AFE5053-60BB-2761-C015-8271375EC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7527" y="2914513"/>
            <a:ext cx="10954869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848DF79D-5968-B3B0-E251-91F377B6A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9776" y="2839459"/>
            <a:ext cx="161832" cy="16183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6596F52-E672-3E2F-3A6D-9A145AB70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3127" y="2839459"/>
            <a:ext cx="161832" cy="16183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7FBAA1-A8BE-79FE-77C8-41965A21E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78727" y="2839459"/>
            <a:ext cx="161832" cy="16183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E966C6-D5C6-F289-A101-12F9346A3C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03762" y="2839459"/>
            <a:ext cx="161832" cy="16183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5F90A22-A0F4-7C70-DB50-E05ADE626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29927" y="2839459"/>
            <a:ext cx="161832" cy="16183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8C40A97-5EF3-1C22-54A1-85F182101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54965" y="2839459"/>
            <a:ext cx="161832" cy="16183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DAD6B51-49A7-A1A1-82D7-083E1E48E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81124" y="2839459"/>
            <a:ext cx="161832" cy="16183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009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_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6B855-995C-1225-6A02-C46FF326D4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974" y="353837"/>
            <a:ext cx="11063525" cy="940194"/>
          </a:xfrm>
        </p:spPr>
        <p:txBody>
          <a:bodyPr tIns="91440" bIns="0">
            <a:noAutofit/>
          </a:bodyPr>
          <a:lstStyle>
            <a:lvl1pPr algn="l">
              <a:defRPr sz="5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0B164C47-85FC-75F1-2510-5879B9FC64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5202" y="1305319"/>
            <a:ext cx="11063526" cy="441185"/>
          </a:xfrm>
        </p:spPr>
        <p:txBody>
          <a:bodyPr>
            <a:noAutofit/>
          </a:bodyPr>
          <a:lstStyle>
            <a:lvl1pPr marL="0" indent="0" algn="l">
              <a:buNone/>
              <a:defRPr sz="2000" b="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7" name="SmartArt Placeholder 16">
            <a:extLst>
              <a:ext uri="{FF2B5EF4-FFF2-40B4-BE49-F238E27FC236}">
                <a16:creationId xmlns:a16="http://schemas.microsoft.com/office/drawing/2014/main" id="{958446B8-0321-E6E0-5252-12AAE6EF3E7F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63273" y="1814948"/>
            <a:ext cx="11065455" cy="453259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BAA835CE-4A8B-1613-AC20-76D775DB66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85112" y="4058211"/>
            <a:ext cx="1097280" cy="548640"/>
          </a:xfrm>
        </p:spPr>
        <p:txBody>
          <a:bodyPr>
            <a:noAutofit/>
          </a:bodyPr>
          <a:lstStyle>
            <a:lvl1pPr marL="0" indent="0" algn="ctr">
              <a:buNone/>
              <a:defRPr sz="2800" b="0" spc="0" baseline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06B0B38A-9459-4BB6-0749-21EB25003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3673" y="3560920"/>
            <a:ext cx="1097280" cy="548640"/>
          </a:xfrm>
        </p:spPr>
        <p:txBody>
          <a:bodyPr>
            <a:noAutofit/>
          </a:bodyPr>
          <a:lstStyle>
            <a:lvl1pPr marL="0" indent="0" algn="ctr">
              <a:buNone/>
              <a:defRPr sz="2800" b="0" spc="0" baseline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1A4119CC-0564-A779-7386-C668A704CD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62234" y="4058211"/>
            <a:ext cx="1097280" cy="548640"/>
          </a:xfrm>
        </p:spPr>
        <p:txBody>
          <a:bodyPr>
            <a:noAutofit/>
          </a:bodyPr>
          <a:lstStyle>
            <a:lvl1pPr marL="0" indent="0" algn="ctr">
              <a:buNone/>
              <a:defRPr sz="2800" b="0" spc="0" baseline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1501451E-59DD-FD02-EACB-2DE1F74D7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50795" y="3560920"/>
            <a:ext cx="1097280" cy="548640"/>
          </a:xfrm>
        </p:spPr>
        <p:txBody>
          <a:bodyPr>
            <a:noAutofit/>
          </a:bodyPr>
          <a:lstStyle>
            <a:lvl1pPr marL="0" indent="0" algn="ctr">
              <a:buNone/>
              <a:defRPr sz="2800" b="0" spc="0" baseline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0F171DBC-795C-5784-4841-C1B0E3A52D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9356" y="4058211"/>
            <a:ext cx="1097280" cy="548640"/>
          </a:xfrm>
        </p:spPr>
        <p:txBody>
          <a:bodyPr>
            <a:noAutofit/>
          </a:bodyPr>
          <a:lstStyle>
            <a:lvl1pPr marL="0" indent="0" algn="ctr">
              <a:buNone/>
              <a:defRPr sz="2800" b="0" spc="0" baseline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6FBB2B25-899A-5757-2974-FB6C2CBB4F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27917" y="3560920"/>
            <a:ext cx="1097280" cy="548640"/>
          </a:xfrm>
        </p:spPr>
        <p:txBody>
          <a:bodyPr>
            <a:noAutofit/>
          </a:bodyPr>
          <a:lstStyle>
            <a:lvl1pPr marL="0" indent="0" algn="ctr">
              <a:buNone/>
              <a:defRPr sz="2800" b="0" spc="0" baseline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8C2FB7DF-BBB0-A0AD-8232-1C858B8FDA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716478" y="4058211"/>
            <a:ext cx="1097280" cy="548640"/>
          </a:xfrm>
        </p:spPr>
        <p:txBody>
          <a:bodyPr>
            <a:noAutofit/>
          </a:bodyPr>
          <a:lstStyle>
            <a:lvl1pPr marL="0" indent="0" algn="ctr">
              <a:buNone/>
              <a:defRPr sz="2800" b="0" spc="0" baseline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026B881-58FB-7BF2-7AF2-0485AEFED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5523" y="1166613"/>
            <a:ext cx="541548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6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_6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6B855-995C-1225-6A02-C46FF326D4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974" y="353837"/>
            <a:ext cx="11063525" cy="940194"/>
          </a:xfrm>
        </p:spPr>
        <p:txBody>
          <a:bodyPr tIns="91440" bIns="0">
            <a:noAutofit/>
          </a:bodyPr>
          <a:lstStyle>
            <a:lvl1pPr algn="l">
              <a:defRPr sz="50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0B164C47-85FC-75F1-2510-5879B9FC64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5202" y="1305320"/>
            <a:ext cx="11063526" cy="405494"/>
          </a:xfrm>
        </p:spPr>
        <p:txBody>
          <a:bodyPr>
            <a:noAutofit/>
          </a:bodyPr>
          <a:lstStyle>
            <a:lvl1pPr marL="0" indent="0" algn="l">
              <a:buNone/>
              <a:defRPr sz="2000" b="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7" name="SmartArt Placeholder 16">
            <a:extLst>
              <a:ext uri="{FF2B5EF4-FFF2-40B4-BE49-F238E27FC236}">
                <a16:creationId xmlns:a16="http://schemas.microsoft.com/office/drawing/2014/main" id="{958446B8-0321-E6E0-5252-12AAE6EF3E7F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63273" y="1814948"/>
            <a:ext cx="11065455" cy="453259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SmartArt graphic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267E601-FCA9-308C-E425-C2A3C595B3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5523" y="1166613"/>
            <a:ext cx="5415482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061C369-6745-77D0-C684-9B08C18484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85112" y="4058211"/>
            <a:ext cx="1097280" cy="548640"/>
          </a:xfrm>
        </p:spPr>
        <p:txBody>
          <a:bodyPr>
            <a:noAutofit/>
          </a:bodyPr>
          <a:lstStyle>
            <a:lvl1pPr marL="0" indent="0" algn="ctr">
              <a:buNone/>
              <a:defRPr sz="2800" b="0" spc="0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9E91393-8611-982C-AEB1-476C8829A8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3673" y="3560920"/>
            <a:ext cx="1097280" cy="548640"/>
          </a:xfrm>
        </p:spPr>
        <p:txBody>
          <a:bodyPr>
            <a:noAutofit/>
          </a:bodyPr>
          <a:lstStyle>
            <a:lvl1pPr marL="0" indent="0" algn="ctr">
              <a:buNone/>
              <a:defRPr sz="2800" b="0" spc="0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4E0D27-4921-BBDE-CCB1-7A6999A858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62234" y="4058211"/>
            <a:ext cx="1097280" cy="548640"/>
          </a:xfrm>
        </p:spPr>
        <p:txBody>
          <a:bodyPr>
            <a:noAutofit/>
          </a:bodyPr>
          <a:lstStyle>
            <a:lvl1pPr marL="0" indent="0" algn="ctr">
              <a:buNone/>
              <a:defRPr sz="2800" b="0" spc="0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3BEAC01-785E-E371-7551-92AE1EB5E2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50795" y="3560920"/>
            <a:ext cx="1097280" cy="548640"/>
          </a:xfrm>
        </p:spPr>
        <p:txBody>
          <a:bodyPr>
            <a:noAutofit/>
          </a:bodyPr>
          <a:lstStyle>
            <a:lvl1pPr marL="0" indent="0" algn="ctr">
              <a:buNone/>
              <a:defRPr sz="2800" b="0" spc="0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0B8F9EA-19F4-52B1-5E47-C836908F69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9356" y="4058211"/>
            <a:ext cx="1097280" cy="548640"/>
          </a:xfrm>
        </p:spPr>
        <p:txBody>
          <a:bodyPr>
            <a:noAutofit/>
          </a:bodyPr>
          <a:lstStyle>
            <a:lvl1pPr marL="0" indent="0" algn="ctr">
              <a:buNone/>
              <a:defRPr sz="2800" b="0" spc="0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2C03E2B-32BD-3A05-9A17-1C3290E2CB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27917" y="3560920"/>
            <a:ext cx="1097280" cy="548640"/>
          </a:xfrm>
        </p:spPr>
        <p:txBody>
          <a:bodyPr>
            <a:noAutofit/>
          </a:bodyPr>
          <a:lstStyle>
            <a:lvl1pPr marL="0" indent="0" algn="ctr">
              <a:buNone/>
              <a:defRPr sz="2800" b="0" spc="0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33A29B32-BF52-8A2E-27D7-E8A513B0E6A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716478" y="4058211"/>
            <a:ext cx="1097280" cy="548640"/>
          </a:xfrm>
        </p:spPr>
        <p:txBody>
          <a:bodyPr>
            <a:noAutofit/>
          </a:bodyPr>
          <a:lstStyle>
            <a:lvl1pPr marL="0" indent="0" algn="ctr">
              <a:buNone/>
              <a:defRPr sz="2800" b="0" spc="0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</p:spTree>
    <p:extLst>
      <p:ext uri="{BB962C8B-B14F-4D97-AF65-F5344CB8AC3E}">
        <p14:creationId xmlns:p14="http://schemas.microsoft.com/office/powerpoint/2010/main" val="2115537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_7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6B855-995C-1225-6A02-C46FF326D4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974" y="365126"/>
            <a:ext cx="11074059" cy="930958"/>
          </a:xfrm>
        </p:spPr>
        <p:txBody>
          <a:bodyPr tIns="91440" bIns="0">
            <a:noAutofit/>
          </a:bodyPr>
          <a:lstStyle>
            <a:lvl1pPr algn="l"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C7E382-139D-81C9-213E-ABB5438051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5798" y="1305915"/>
            <a:ext cx="11074059" cy="574675"/>
          </a:xfrm>
        </p:spPr>
        <p:txBody>
          <a:bodyPr>
            <a:noAutofit/>
          </a:bodyPr>
          <a:lstStyle>
            <a:lvl1pPr marL="0" indent="0" algn="l">
              <a:buNone/>
              <a:defRPr sz="2000" b="0" spc="300" baseline="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6B73193A-88EA-B0EF-BE93-8DF234EB17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7252" y="2153345"/>
            <a:ext cx="1323181" cy="321763"/>
          </a:xfrm>
        </p:spPr>
        <p:txBody>
          <a:bodyPr lIns="0" tIns="45720" rIns="0" bIns="4572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1" spc="350" baseline="0">
                <a:solidFill>
                  <a:schemeClr val="accent6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6728F4B-59D8-7CC6-8102-2E1B5BF897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2192" y="2514017"/>
            <a:ext cx="1324810" cy="413232"/>
          </a:xfrm>
        </p:spPr>
        <p:txBody>
          <a:bodyPr tIns="0" bIns="0">
            <a:noAutofit/>
          </a:bodyPr>
          <a:lstStyle>
            <a:lvl1pPr marL="0" indent="0" algn="l">
              <a:buNone/>
              <a:defRPr sz="28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BA70EC6-938E-0C76-59B1-A0D291AC520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8876" y="2965408"/>
            <a:ext cx="1323181" cy="122862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DCB1B8E-D420-780E-9AB7-AC039F356D3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39056" y="2690610"/>
            <a:ext cx="1323181" cy="321763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1" spc="350" baseline="0">
                <a:solidFill>
                  <a:schemeClr val="accent6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2E4720E-DB85-E5B3-FDB7-54B5A9F85A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59199" y="3060957"/>
            <a:ext cx="1324810" cy="413232"/>
          </a:xfrm>
        </p:spPr>
        <p:txBody>
          <a:bodyPr tIns="0" bIns="0">
            <a:noAutofit/>
          </a:bodyPr>
          <a:lstStyle>
            <a:lvl1pPr marL="0" indent="0" algn="l">
              <a:buNone/>
              <a:defRPr sz="28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45208294-243B-6B1C-7B4D-D51C83E833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60474" y="3520359"/>
            <a:ext cx="1323181" cy="122862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7656A84E-C390-F554-7CF9-98D0A99CB4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27577" y="2153345"/>
            <a:ext cx="1323181" cy="321763"/>
          </a:xfrm>
        </p:spPr>
        <p:txBody>
          <a:bodyPr lIns="0" tIns="45720" rIns="0" bIns="4572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1" spc="350" baseline="0">
                <a:solidFill>
                  <a:schemeClr val="accent6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734CCD4-2850-24BB-8485-011F2EDCFD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7566" y="2514017"/>
            <a:ext cx="1324810" cy="413232"/>
          </a:xfrm>
        </p:spPr>
        <p:txBody>
          <a:bodyPr tIns="0" bIns="0">
            <a:noAutofit/>
          </a:bodyPr>
          <a:lstStyle>
            <a:lvl1pPr marL="0" indent="0" algn="l">
              <a:buNone/>
              <a:defRPr sz="28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D1A1881B-011B-36DA-64F4-B3F2F7C1D76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820165" y="2965408"/>
            <a:ext cx="1323181" cy="122862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58932D1A-5F27-5DB5-2EA3-5D2198BFE1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14296" y="2690610"/>
            <a:ext cx="1323181" cy="321763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1" spc="350" baseline="0">
                <a:solidFill>
                  <a:schemeClr val="accent6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4E84F0B-A751-F80C-B00D-C43C2164D6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5429" y="3060957"/>
            <a:ext cx="1324810" cy="413232"/>
          </a:xfrm>
        </p:spPr>
        <p:txBody>
          <a:bodyPr tIns="0" bIns="0">
            <a:noAutofit/>
          </a:bodyPr>
          <a:lstStyle>
            <a:lvl1pPr marL="0" indent="0" algn="l">
              <a:buNone/>
              <a:defRPr sz="28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C9DE0F18-7248-091B-B3CF-C52106002CC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00612" y="3520359"/>
            <a:ext cx="1323181" cy="122862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DB0B66E2-831B-8B5D-7260-F680B1DCB4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78153" y="2153345"/>
            <a:ext cx="1323181" cy="321763"/>
          </a:xfrm>
        </p:spPr>
        <p:txBody>
          <a:bodyPr lIns="0" tIns="45720" rIns="0" bIns="4572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1" spc="350" baseline="0">
                <a:solidFill>
                  <a:schemeClr val="accent6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1A503A90-CF78-F91B-E515-E88D936804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82003" y="2514017"/>
            <a:ext cx="1324810" cy="413232"/>
          </a:xfrm>
        </p:spPr>
        <p:txBody>
          <a:bodyPr tIns="0" bIns="0">
            <a:noAutofit/>
          </a:bodyPr>
          <a:lstStyle>
            <a:lvl1pPr marL="0" indent="0" algn="l">
              <a:buNone/>
              <a:defRPr sz="28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9940A882-262E-11D9-20F5-FC422DA6058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80660" y="2965408"/>
            <a:ext cx="1323181" cy="122862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5E01213A-B19D-C32B-3CC5-8C7DF3E8B25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95439" y="2690610"/>
            <a:ext cx="1323181" cy="321763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1" spc="350" baseline="0">
                <a:solidFill>
                  <a:schemeClr val="accent6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53C813F7-07BE-35D3-2A83-AB6D13144D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69866" y="3060957"/>
            <a:ext cx="1324810" cy="413232"/>
          </a:xfrm>
        </p:spPr>
        <p:txBody>
          <a:bodyPr tIns="0" bIns="0">
            <a:noAutofit/>
          </a:bodyPr>
          <a:lstStyle>
            <a:lvl1pPr marL="0" indent="0" algn="l">
              <a:buNone/>
              <a:defRPr sz="28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F1943B66-B889-2293-1A59-B08E0A4A09D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70245" y="3520359"/>
            <a:ext cx="1323181" cy="122862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5D66B4D4-1888-12A9-F2A9-581EC9B063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975783" y="2153345"/>
            <a:ext cx="1323181" cy="321763"/>
          </a:xfrm>
        </p:spPr>
        <p:txBody>
          <a:bodyPr lIns="0" tIns="45720" rIns="0" bIns="4572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1" spc="350" baseline="0">
                <a:solidFill>
                  <a:schemeClr val="accent6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C01D0309-AC2A-E9E8-8197-2F8F7D9424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157729" y="2514017"/>
            <a:ext cx="1324810" cy="413232"/>
          </a:xfrm>
        </p:spPr>
        <p:txBody>
          <a:bodyPr tIns="0" bIns="0">
            <a:noAutofit/>
          </a:bodyPr>
          <a:lstStyle>
            <a:lvl1pPr marL="0" indent="0" algn="l">
              <a:buNone/>
              <a:defRPr sz="28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93FE27AA-101D-9FC1-39E1-665CEBA591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159530" y="2965408"/>
            <a:ext cx="1323181" cy="122862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39C37C26-8255-6660-DCE1-D05B99B82D0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62465" y="4303706"/>
            <a:ext cx="1581295" cy="25552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B8B0653A-87D0-F144-0A04-EC18C75CDE4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2170513" y="4835424"/>
            <a:ext cx="1512487" cy="20234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Picture Placeholder 33">
            <a:extLst>
              <a:ext uri="{FF2B5EF4-FFF2-40B4-BE49-F238E27FC236}">
                <a16:creationId xmlns:a16="http://schemas.microsoft.com/office/drawing/2014/main" id="{2D436861-E5E4-0D02-515D-5135ED5C81B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704052" y="4303706"/>
            <a:ext cx="1555734" cy="25552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3">
            <a:extLst>
              <a:ext uri="{FF2B5EF4-FFF2-40B4-BE49-F238E27FC236}">
                <a16:creationId xmlns:a16="http://schemas.microsoft.com/office/drawing/2014/main" id="{38A682C7-CD55-0D0D-115A-C741A38A9D5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281357" y="4835424"/>
            <a:ext cx="1602043" cy="20234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33">
            <a:extLst>
              <a:ext uri="{FF2B5EF4-FFF2-40B4-BE49-F238E27FC236}">
                <a16:creationId xmlns:a16="http://schemas.microsoft.com/office/drawing/2014/main" id="{6D2E46AE-8931-07D9-E4BA-236767F0512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903550" y="4303706"/>
            <a:ext cx="1542438" cy="25552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3">
            <a:extLst>
              <a:ext uri="{FF2B5EF4-FFF2-40B4-BE49-F238E27FC236}">
                <a16:creationId xmlns:a16="http://schemas.microsoft.com/office/drawing/2014/main" id="{295565B1-ACA7-F26E-8827-05E8356C7C5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473156" y="4845859"/>
            <a:ext cx="1570004" cy="201305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AFF99AF0-07B4-1CEE-3781-E91ED317B3D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063281" y="4303706"/>
            <a:ext cx="1552723" cy="25552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7EFE29E-7594-1AE0-D51B-4C492DB85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637" y="2671953"/>
            <a:ext cx="164452" cy="1645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BB35614-3EBB-AEBD-034D-AB862ADC0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082503" y="3206132"/>
            <a:ext cx="164452" cy="1645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8189122-076F-188C-CD9F-9C7D5EAFB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70792" y="2671953"/>
            <a:ext cx="164452" cy="1645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225BB7-C41D-C59A-7061-B8E3A2CC9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81976" y="3206132"/>
            <a:ext cx="164452" cy="1645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43370D-EAEF-BCB0-7736-4E8FDFAB0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13571" y="2671953"/>
            <a:ext cx="164452" cy="1645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0B04EAE-4AC8-C01B-D634-ADA7A6A91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94513" y="3206132"/>
            <a:ext cx="164452" cy="1645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E57A53E-7AA5-B1FF-B060-9CA14C228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33832" y="2671953"/>
            <a:ext cx="164452" cy="1645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45D603C-8AD4-17DE-74E1-384B9A905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7031" y="2905707"/>
            <a:ext cx="0" cy="3963179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51653B8-91EB-B821-4E71-F2A7FFF79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154896" y="3439886"/>
            <a:ext cx="0" cy="3429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DC307F0-BD88-AACC-224B-CD59DFB09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043186" y="2905707"/>
            <a:ext cx="4829" cy="3963179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95E6FB8-C882-EEA2-0A6C-93B2654D1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54370" y="3439886"/>
            <a:ext cx="0" cy="3429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A52232B-253E-1FC7-9786-87CA56F8B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881774" y="2905707"/>
            <a:ext cx="8383" cy="3963179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260BCCD-F258-83B3-A65C-044BCD9AD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266907" y="3439886"/>
            <a:ext cx="0" cy="3429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6570952-AC5E-D74C-C3B4-FC80E7878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3675764" y="2905707"/>
            <a:ext cx="21596" cy="3963179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485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_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6B855-995C-1225-6A02-C46FF326D4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088" y="321581"/>
            <a:ext cx="11082671" cy="1017361"/>
          </a:xfrm>
        </p:spPr>
        <p:txBody>
          <a:bodyPr>
            <a:noAutofit/>
          </a:bodyPr>
          <a:lstStyle>
            <a:lvl1pPr algn="l">
              <a:defRPr sz="5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6B73193A-88EA-B0EF-BE93-8DF234EB17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026" y="2222224"/>
            <a:ext cx="1323181" cy="49384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1" cap="all" spc="350" baseline="0">
                <a:solidFill>
                  <a:schemeClr val="accent6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DCB1B8E-D420-780E-9AB7-AC039F356D3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24406" y="2751721"/>
            <a:ext cx="1323181" cy="49384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1" cap="all" spc="350" baseline="0">
                <a:solidFill>
                  <a:schemeClr val="accent6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7656A84E-C390-F554-7CF9-98D0A99CB4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76351" y="2222224"/>
            <a:ext cx="1323181" cy="49384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1" cap="all" spc="350" baseline="0">
                <a:solidFill>
                  <a:schemeClr val="accent6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58932D1A-5F27-5DB5-2EA3-5D2198BFE1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66118" y="2751721"/>
            <a:ext cx="1323181" cy="49384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1" cap="all" spc="350" baseline="0">
                <a:solidFill>
                  <a:schemeClr val="accent6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DB0B66E2-831B-8B5D-7260-F680B1DCB4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26927" y="2222224"/>
            <a:ext cx="1323181" cy="49384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1" cap="all" spc="350" baseline="0">
                <a:solidFill>
                  <a:schemeClr val="accent6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5E01213A-B19D-C32B-3CC5-8C7DF3E8B25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25925" y="2751721"/>
            <a:ext cx="1323181" cy="49384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1" cap="all" spc="350" baseline="0">
                <a:solidFill>
                  <a:schemeClr val="accent6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5D66B4D4-1888-12A9-F2A9-581EC9B063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897125" y="2222224"/>
            <a:ext cx="1323181" cy="49384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1" cap="all" spc="350" baseline="0">
                <a:solidFill>
                  <a:schemeClr val="accent6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BA70EC6-938E-0C76-59B1-A0D291AC520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790" y="2926575"/>
            <a:ext cx="1270097" cy="1290687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45208294-243B-6B1C-7B4D-D51C83E833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58410" y="3471577"/>
            <a:ext cx="1371600" cy="1290687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D1A1881B-011B-36DA-64F4-B3F2F7C1D76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820165" y="2926575"/>
            <a:ext cx="1270097" cy="1290687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C9DE0F18-7248-091B-B3CF-C52106002CC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09756" y="3471577"/>
            <a:ext cx="1371600" cy="1290687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9940A882-262E-11D9-20F5-FC422DA6058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98948" y="2926575"/>
            <a:ext cx="1270097" cy="1290687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F1943B66-B889-2293-1A59-B08E0A4A09D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88533" y="3471577"/>
            <a:ext cx="1371600" cy="1290687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93FE27AA-101D-9FC1-39E1-665CEBA591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150121" y="2926575"/>
            <a:ext cx="1369789" cy="1290687"/>
          </a:xfrm>
        </p:spPr>
        <p:txBody>
          <a:bodyPr>
            <a:noAutofit/>
          </a:bodyPr>
          <a:lstStyle>
            <a:lvl1pPr marL="0" indent="0" algn="l">
              <a:lnSpc>
                <a:spcPct val="113000"/>
              </a:lnSpc>
              <a:buNone/>
              <a:defRPr sz="12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39C37C26-8255-6660-DCE1-D05B99B82D0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59775" y="4303706"/>
            <a:ext cx="1587094" cy="25552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B8B0653A-87D0-F144-0A04-EC18C75CDE4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2166191" y="4835424"/>
            <a:ext cx="1548397" cy="20234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Picture Placeholder 33">
            <a:extLst>
              <a:ext uri="{FF2B5EF4-FFF2-40B4-BE49-F238E27FC236}">
                <a16:creationId xmlns:a16="http://schemas.microsoft.com/office/drawing/2014/main" id="{2D436861-E5E4-0D02-515D-5135ED5C81B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740166" y="4303706"/>
            <a:ext cx="1546538" cy="25552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3">
            <a:extLst>
              <a:ext uri="{FF2B5EF4-FFF2-40B4-BE49-F238E27FC236}">
                <a16:creationId xmlns:a16="http://schemas.microsoft.com/office/drawing/2014/main" id="{38A682C7-CD55-0D0D-115A-C741A38A9D5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319752" y="4835424"/>
            <a:ext cx="1557038" cy="20234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33">
            <a:extLst>
              <a:ext uri="{FF2B5EF4-FFF2-40B4-BE49-F238E27FC236}">
                <a16:creationId xmlns:a16="http://schemas.microsoft.com/office/drawing/2014/main" id="{6D2E46AE-8931-07D9-E4BA-236767F0512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900856" y="4303706"/>
            <a:ext cx="1558916" cy="25552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3">
            <a:extLst>
              <a:ext uri="{FF2B5EF4-FFF2-40B4-BE49-F238E27FC236}">
                <a16:creationId xmlns:a16="http://schemas.microsoft.com/office/drawing/2014/main" id="{295565B1-ACA7-F26E-8827-05E8356C7C5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488680" y="4845859"/>
            <a:ext cx="1558787" cy="201305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AFF99AF0-07B4-1CEE-3781-E91ED317B3D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069448" y="4303706"/>
            <a:ext cx="1554787" cy="25552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7FA5D42-8234-4346-79E1-1B5EEEEFA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637" y="2671953"/>
            <a:ext cx="164452" cy="1645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7454209-0004-4BCA-C6E9-630D26A1D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082503" y="3206132"/>
            <a:ext cx="164452" cy="1645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3D25E2-7F4A-2047-290C-7958BBEE4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80952" y="2671953"/>
            <a:ext cx="164452" cy="1645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3CB6DE8-5C6C-B6DC-F142-4E4FF302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02296" y="3206132"/>
            <a:ext cx="164452" cy="1645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199848-E409-BCDA-90C5-4CFD98603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13571" y="2671953"/>
            <a:ext cx="164452" cy="1645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797B333-5C43-9E63-AD8E-888DAB749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15468" y="3206132"/>
            <a:ext cx="164452" cy="1645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5959D53-F3CE-076E-2D31-68BA496833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71953" y="2671953"/>
            <a:ext cx="164452" cy="16459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359264-AA63-1ABF-3DAF-3FFBC4B5A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7031" y="2905707"/>
            <a:ext cx="0" cy="3963179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6CF4784-13B9-7076-B252-CEDCEC1A6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154896" y="3439886"/>
            <a:ext cx="0" cy="3429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53FA11C-F7FE-5CFE-EEFC-23540F9FC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053346" y="2905707"/>
            <a:ext cx="4829" cy="3963179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1FE4FF3-9483-39B2-7994-648C0FC2D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74690" y="3439886"/>
            <a:ext cx="0" cy="3429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BE5A6CC-2F64-CBE0-7832-6EDCBBF6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881774" y="2905707"/>
            <a:ext cx="8383" cy="3963179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B07F244-5BD4-5FBE-68F8-79900E74A0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297694" y="3439886"/>
            <a:ext cx="0" cy="3429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3EAC69-1A5E-B15E-7F06-0CB2D3B0D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3714499" y="2905707"/>
            <a:ext cx="21596" cy="3963179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_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6B855-995C-1225-6A02-C46FF326D4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853" y="349289"/>
            <a:ext cx="4104038" cy="1709474"/>
          </a:xfrm>
        </p:spPr>
        <p:txBody>
          <a:bodyPr>
            <a:noAutofit/>
          </a:bodyPr>
          <a:lstStyle>
            <a:lvl1pPr algn="l">
              <a:lnSpc>
                <a:spcPct val="80000"/>
              </a:lnSpc>
              <a:defRPr sz="5000" b="0" cap="all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BA70EC6-938E-0C76-59B1-A0D291AC520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672" y="2099090"/>
            <a:ext cx="1591056" cy="1075236"/>
          </a:xfrm>
          <a:noFill/>
        </p:spPr>
        <p:txBody>
          <a:bodyPr lIns="182880" tIns="182880" rIns="182880" bIns="182880" anchor="b"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39C37C26-8255-6660-DCE1-D05B99B82D0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3238352"/>
            <a:ext cx="1714304" cy="2781448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2B4D57F-CB9A-54F9-A996-86273529DF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756" y="6089031"/>
            <a:ext cx="1696817" cy="574675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28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27C059-D8ED-8673-5690-3282BADBCA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618" y="2073738"/>
            <a:ext cx="1730250" cy="574675"/>
          </a:xfrm>
        </p:spPr>
        <p:txBody>
          <a:bodyPr lIns="0">
            <a:noAutofit/>
          </a:bodyPr>
          <a:lstStyle>
            <a:lvl1pPr marL="0" indent="0" algn="l">
              <a:buNone/>
              <a:defRPr sz="28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B8B0653A-87D0-F144-0A04-EC18C75CDE4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748317" y="2712822"/>
            <a:ext cx="1728927" cy="25552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45208294-243B-6B1C-7B4D-D51C83E833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12387" y="5341482"/>
            <a:ext cx="1591056" cy="1106204"/>
          </a:xfrm>
          <a:noFill/>
        </p:spPr>
        <p:txBody>
          <a:bodyPr lIns="182880" tIns="182880" rIns="182880" bIns="182880"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D1A1881B-011B-36DA-64F4-B3F2F7C1D76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78611" y="2665773"/>
            <a:ext cx="1591056" cy="1075236"/>
          </a:xfrm>
          <a:noFill/>
        </p:spPr>
        <p:txBody>
          <a:bodyPr lIns="182880" tIns="182880" rIns="182880" bIns="182880" anchor="b"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7" name="Picture Placeholder 33">
            <a:extLst>
              <a:ext uri="{FF2B5EF4-FFF2-40B4-BE49-F238E27FC236}">
                <a16:creationId xmlns:a16="http://schemas.microsoft.com/office/drawing/2014/main" id="{2D436861-E5E4-0D02-515D-5135ED5C81B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511257" y="3816026"/>
            <a:ext cx="1714600" cy="184715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2A00296-0CAD-D626-CC8A-4B79A3A279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14485" y="5723664"/>
            <a:ext cx="1714600" cy="574675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8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C8265B3-F2BF-8C6B-EEDD-7FA1DB715B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65785" y="1608940"/>
            <a:ext cx="1714599" cy="535073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8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38" name="Picture Placeholder 33">
            <a:extLst>
              <a:ext uri="{FF2B5EF4-FFF2-40B4-BE49-F238E27FC236}">
                <a16:creationId xmlns:a16="http://schemas.microsoft.com/office/drawing/2014/main" id="{38A682C7-CD55-0D0D-115A-C741A38A9D5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259870" y="2208047"/>
            <a:ext cx="1714599" cy="255520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C9DE0F18-7248-091B-B3CF-C52106002CC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26269" y="4837677"/>
            <a:ext cx="1587459" cy="1106204"/>
          </a:xfrm>
          <a:noFill/>
        </p:spPr>
        <p:txBody>
          <a:bodyPr lIns="182880" tIns="182880" rIns="182880" bIns="182880"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9940A882-262E-11D9-20F5-FC422DA6058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084771" y="1985525"/>
            <a:ext cx="1591056" cy="1082554"/>
          </a:xfrm>
          <a:noFill/>
        </p:spPr>
        <p:txBody>
          <a:bodyPr lIns="182880" tIns="182880" rIns="182880" bIns="182880" anchor="b"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Picture Placeholder 33">
            <a:extLst>
              <a:ext uri="{FF2B5EF4-FFF2-40B4-BE49-F238E27FC236}">
                <a16:creationId xmlns:a16="http://schemas.microsoft.com/office/drawing/2014/main" id="{6D2E46AE-8931-07D9-E4BA-236767F0512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008482" y="3147692"/>
            <a:ext cx="1712513" cy="18338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B25F410-780D-C85E-7FAE-378CD11063D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15425" y="5036611"/>
            <a:ext cx="1712513" cy="574675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8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433CAB6-44AC-CD1C-D2C2-5187B025B8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63978" y="563954"/>
            <a:ext cx="1714599" cy="574675"/>
          </a:xfrm>
        </p:spPr>
        <p:txBody>
          <a:bodyPr>
            <a:noAutofit/>
          </a:bodyPr>
          <a:lstStyle>
            <a:lvl1pPr marL="0" indent="0" algn="l">
              <a:buNone/>
              <a:defRPr sz="28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40" name="Picture Placeholder 33">
            <a:extLst>
              <a:ext uri="{FF2B5EF4-FFF2-40B4-BE49-F238E27FC236}">
                <a16:creationId xmlns:a16="http://schemas.microsoft.com/office/drawing/2014/main" id="{295565B1-ACA7-F26E-8827-05E8356C7C5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755008" y="1198631"/>
            <a:ext cx="1714599" cy="295426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F1943B66-B889-2293-1A59-B08E0A4A09D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16646" y="4230153"/>
            <a:ext cx="1591056" cy="1106204"/>
          </a:xfrm>
          <a:noFill/>
        </p:spPr>
        <p:txBody>
          <a:bodyPr lIns="182880" tIns="182880" rIns="182880" bIns="182880"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93FE27AA-101D-9FC1-39E1-665CEBA591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541759" y="1622876"/>
            <a:ext cx="1591056" cy="1089946"/>
          </a:xfrm>
          <a:noFill/>
        </p:spPr>
        <p:txBody>
          <a:bodyPr lIns="182880" tIns="182880" rIns="182880" bIns="182880" anchor="b"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AFF99AF0-07B4-1CEE-3781-E91ED317B3D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503621" y="2785611"/>
            <a:ext cx="1688379" cy="25552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F933B62-8A1A-9AC9-204C-BA2622AA31E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503621" y="5407381"/>
            <a:ext cx="1688379" cy="574675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800" b="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B79CC2F-C039-4C34-3EB1-5535520D66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4957" y="6265767"/>
            <a:ext cx="4163193" cy="574675"/>
          </a:xfrm>
        </p:spPr>
        <p:txBody>
          <a:bodyPr>
            <a:noAutofit/>
          </a:bodyPr>
          <a:lstStyle>
            <a:lvl1pPr marL="0" indent="0" algn="l">
              <a:buNone/>
              <a:defRPr sz="2000" b="1" spc="300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SUBTITLE</a:t>
            </a:r>
          </a:p>
        </p:txBody>
      </p:sp>
    </p:spTree>
    <p:extLst>
      <p:ext uri="{BB962C8B-B14F-4D97-AF65-F5344CB8AC3E}">
        <p14:creationId xmlns:p14="http://schemas.microsoft.com/office/powerpoint/2010/main" val="387748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_10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6B855-995C-1225-6A02-C46FF326D4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853" y="349289"/>
            <a:ext cx="4439994" cy="1709474"/>
          </a:xfrm>
        </p:spPr>
        <p:txBody>
          <a:bodyPr>
            <a:noAutofit/>
          </a:bodyPr>
          <a:lstStyle>
            <a:lvl1pPr algn="l">
              <a:lnSpc>
                <a:spcPct val="80000"/>
              </a:lnSpc>
              <a:defRPr sz="5000" b="0" cap="all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14571D03-3912-128C-8D30-1EEDCA60CC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5" y="2140182"/>
            <a:ext cx="1614219" cy="324847"/>
          </a:xfrm>
          <a:solidFill>
            <a:schemeClr val="accent3">
              <a:alpha val="81000"/>
            </a:schemeClr>
          </a:solidFill>
        </p:spPr>
        <p:txBody>
          <a:bodyPr lIns="182880" tIns="45720" rIns="182880" bIns="457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1" cap="all" spc="350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BA70EC6-938E-0C76-59B1-A0D291AC520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625" y="2521121"/>
            <a:ext cx="1615658" cy="653205"/>
          </a:xfrm>
          <a:noFill/>
        </p:spPr>
        <p:txBody>
          <a:bodyPr lIns="182880" tIns="0" rIns="182880" bIns="0" anchor="t"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39C37C26-8255-6660-DCE1-D05B99B82D0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3238352"/>
            <a:ext cx="1693599" cy="2781448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B8B0653A-87D0-F144-0A04-EC18C75CDE4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731063" y="2639857"/>
            <a:ext cx="1728927" cy="25552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7EA05B06-C5E5-5673-DC81-CB66BFD942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71261" y="5283200"/>
            <a:ext cx="1645920" cy="324847"/>
          </a:xfrm>
          <a:solidFill>
            <a:schemeClr val="accent3">
              <a:alpha val="81000"/>
            </a:schemeClr>
          </a:solidFill>
        </p:spPr>
        <p:txBody>
          <a:bodyPr lIns="182880" tIns="45720" rIns="182880" bIns="457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1" cap="all" spc="350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45208294-243B-6B1C-7B4D-D51C83E833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70087" y="5665827"/>
            <a:ext cx="1637262" cy="1005840"/>
          </a:xfrm>
          <a:solidFill>
            <a:schemeClr val="accent3">
              <a:alpha val="81000"/>
            </a:schemeClr>
          </a:solidFill>
        </p:spPr>
        <p:txBody>
          <a:bodyPr lIns="182880" tIns="0" rIns="182880" bIns="0" anchor="t"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A38DA923-7BD9-8E4D-13E3-451F9146255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1509" y="2592199"/>
            <a:ext cx="1627347" cy="324847"/>
          </a:xfrm>
          <a:solidFill>
            <a:schemeClr val="accent3">
              <a:alpha val="81000"/>
            </a:schemeClr>
          </a:solidFill>
        </p:spPr>
        <p:txBody>
          <a:bodyPr lIns="182880" tIns="45720" rIns="182880" bIns="457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1" cap="all" spc="350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D1A1881B-011B-36DA-64F4-B3F2F7C1D76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33770" y="2970034"/>
            <a:ext cx="1645920" cy="772418"/>
          </a:xfrm>
          <a:solidFill>
            <a:schemeClr val="accent3">
              <a:alpha val="81000"/>
            </a:schemeClr>
          </a:solidFill>
        </p:spPr>
        <p:txBody>
          <a:bodyPr lIns="182880" tIns="0" rIns="182880" bIns="0" anchor="t"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7" name="Picture Placeholder 33">
            <a:extLst>
              <a:ext uri="{FF2B5EF4-FFF2-40B4-BE49-F238E27FC236}">
                <a16:creationId xmlns:a16="http://schemas.microsoft.com/office/drawing/2014/main" id="{2D436861-E5E4-0D02-515D-5135ED5C81B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497454" y="3816026"/>
            <a:ext cx="1714600" cy="184715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3">
            <a:extLst>
              <a:ext uri="{FF2B5EF4-FFF2-40B4-BE49-F238E27FC236}">
                <a16:creationId xmlns:a16="http://schemas.microsoft.com/office/drawing/2014/main" id="{38A682C7-CD55-0D0D-115A-C741A38A9D5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249518" y="1836572"/>
            <a:ext cx="1714599" cy="255520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7F6E7494-2D33-4F23-B04B-9FE71522F9F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85930" y="4465871"/>
            <a:ext cx="1650464" cy="324847"/>
          </a:xfrm>
          <a:solidFill>
            <a:schemeClr val="accent3">
              <a:alpha val="81000"/>
            </a:schemeClr>
          </a:solidFill>
        </p:spPr>
        <p:txBody>
          <a:bodyPr lIns="182880" tIns="45720" rIns="182880" bIns="457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1" cap="all" spc="350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C9DE0F18-7248-091B-B3CF-C52106002CC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80642" y="4853410"/>
            <a:ext cx="1645920" cy="1005840"/>
          </a:xfrm>
          <a:solidFill>
            <a:schemeClr val="accent3">
              <a:alpha val="81000"/>
            </a:schemeClr>
          </a:solidFill>
        </p:spPr>
        <p:txBody>
          <a:bodyPr lIns="182880" tIns="0" rIns="182880" bIns="0" anchor="t"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7663574-0331-2A27-3254-9D65F05A0CA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44780" y="1930948"/>
            <a:ext cx="1645920" cy="324847"/>
          </a:xfrm>
          <a:solidFill>
            <a:schemeClr val="accent3">
              <a:alpha val="81000"/>
            </a:schemeClr>
          </a:solidFill>
        </p:spPr>
        <p:txBody>
          <a:bodyPr lIns="182880" tIns="45720" rIns="182880" bIns="457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1" cap="all" spc="350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9940A882-262E-11D9-20F5-FC422DA6058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036004" y="2311094"/>
            <a:ext cx="1645920" cy="772418"/>
          </a:xfrm>
          <a:solidFill>
            <a:schemeClr val="accent3">
              <a:alpha val="81000"/>
            </a:schemeClr>
          </a:solidFill>
        </p:spPr>
        <p:txBody>
          <a:bodyPr lIns="182880" tIns="0" rIns="182880" bIns="0" anchor="t"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Picture Placeholder 33">
            <a:extLst>
              <a:ext uri="{FF2B5EF4-FFF2-40B4-BE49-F238E27FC236}">
                <a16:creationId xmlns:a16="http://schemas.microsoft.com/office/drawing/2014/main" id="{6D2E46AE-8931-07D9-E4BA-236767F0512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001581" y="3147692"/>
            <a:ext cx="1712513" cy="18338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3">
            <a:extLst>
              <a:ext uri="{FF2B5EF4-FFF2-40B4-BE49-F238E27FC236}">
                <a16:creationId xmlns:a16="http://schemas.microsoft.com/office/drawing/2014/main" id="{295565B1-ACA7-F26E-8827-05E8356C7C5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751558" y="912881"/>
            <a:ext cx="1714599" cy="295426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4B87247-E9C1-A9FC-156A-D7CE28F766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04671" y="3966198"/>
            <a:ext cx="1637794" cy="324847"/>
          </a:xfrm>
          <a:solidFill>
            <a:schemeClr val="accent3">
              <a:alpha val="81000"/>
            </a:schemeClr>
          </a:solidFill>
        </p:spPr>
        <p:txBody>
          <a:bodyPr lIns="182880" tIns="45720" rIns="182880" bIns="457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1" cap="all" spc="350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F1943B66-B889-2293-1A59-B08E0A4A09D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02641" y="4335080"/>
            <a:ext cx="1645920" cy="1005840"/>
          </a:xfrm>
          <a:solidFill>
            <a:schemeClr val="accent3">
              <a:alpha val="81000"/>
            </a:schemeClr>
          </a:solidFill>
        </p:spPr>
        <p:txBody>
          <a:bodyPr lIns="182880" tIns="0" rIns="182880" bIns="0" anchor="t"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3C2E5A00-52D0-BE21-D13F-C508F7DB56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514801" y="1573615"/>
            <a:ext cx="1645920" cy="324847"/>
          </a:xfrm>
          <a:solidFill>
            <a:schemeClr val="accent3">
              <a:alpha val="81000"/>
            </a:schemeClr>
          </a:solidFill>
        </p:spPr>
        <p:txBody>
          <a:bodyPr lIns="182880" tIns="45720" rIns="182880" bIns="457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1" cap="all" spc="350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93FE27AA-101D-9FC1-39E1-665CEBA591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516499" y="1961472"/>
            <a:ext cx="1645920" cy="772418"/>
          </a:xfrm>
          <a:solidFill>
            <a:schemeClr val="accent3">
              <a:alpha val="81000"/>
            </a:schemeClr>
          </a:solidFill>
        </p:spPr>
        <p:txBody>
          <a:bodyPr lIns="182880" tIns="0" rIns="182880" bIns="0" anchor="t">
            <a:noAutofit/>
          </a:bodyPr>
          <a:lstStyle>
            <a:lvl1pPr marL="0" indent="0" algn="l">
              <a:lnSpc>
                <a:spcPct val="113000"/>
              </a:lnSpc>
              <a:buNone/>
              <a:defRPr sz="1000" b="0" spc="0" baseline="0">
                <a:solidFill>
                  <a:schemeClr val="accent3">
                    <a:lumMod val="10000"/>
                  </a:schemeClr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AFF99AF0-07B4-1CEE-3781-E91ED317B3D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503621" y="2785611"/>
            <a:ext cx="1688379" cy="25552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B79CC2F-C039-4C34-3EB1-5535520D66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4957" y="6265767"/>
            <a:ext cx="4163193" cy="574675"/>
          </a:xfrm>
        </p:spPr>
        <p:txBody>
          <a:bodyPr>
            <a:noAutofit/>
          </a:bodyPr>
          <a:lstStyle>
            <a:lvl1pPr marL="0" indent="0" algn="l">
              <a:buNone/>
              <a:defRPr sz="2000" b="1" spc="300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ADD SUBTITLE</a:t>
            </a:r>
          </a:p>
        </p:txBody>
      </p:sp>
    </p:spTree>
    <p:extLst>
      <p:ext uri="{BB962C8B-B14F-4D97-AF65-F5344CB8AC3E}">
        <p14:creationId xmlns:p14="http://schemas.microsoft.com/office/powerpoint/2010/main" val="2474311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94C4A8-C2EB-4D2A-A43E-BE19EA9AE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742BD-2E9C-46B7-AFF7-A440C094D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3F001-24C4-4191-A568-B1096B9ABF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9F280-24DB-415F-8DF8-72D7FF3C4BF0}" type="datetimeFigureOut">
              <a:rPr lang="en-US" noProof="0" smtClean="0"/>
              <a:t>3/6/2026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E5E6E-ED1A-4700-A7E8-68DEBCDD6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E6C46-B63C-4A83-8155-0AE7FABAD9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A9A2B-DCEA-459B-8067-44D042050D8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01011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2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0BEC1-EF35-BAB3-C2F4-C39A61F3E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Artificial Intelligence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DD3071A1-5C84-4F98-C92F-D6D09598D85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80999" y="1822528"/>
            <a:ext cx="1343355" cy="1176023"/>
          </a:xfrm>
        </p:spPr>
        <p:txBody>
          <a:bodyPr/>
          <a:lstStyle/>
          <a:p>
            <a:pPr lvl="0" algn="ctr">
              <a:lnSpc>
                <a:spcPct val="100000"/>
              </a:lnSpc>
              <a:spcBef>
                <a:spcPts val="0"/>
              </a:spcBef>
            </a:pPr>
            <a:r>
              <a:rPr lang="en-US" sz="1000" b="1" dirty="0"/>
              <a:t>1950 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</a:pPr>
            <a:r>
              <a:rPr lang="en-US" sz="1000" b="1" dirty="0"/>
              <a:t>Early Foundations</a:t>
            </a:r>
            <a:br>
              <a:rPr lang="en-US" dirty="0"/>
            </a:br>
            <a:r>
              <a:rPr lang="en-US" sz="800" dirty="0"/>
              <a:t>Alan Turing introduces the Turing Test, proposing a way to measure whether machines can demonstrate human-like intelligence.</a:t>
            </a:r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1F381126-271C-1720-6DED-3BE35E703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7461" y="3348084"/>
            <a:ext cx="11109800" cy="0"/>
          </a:xfrm>
          <a:prstGeom prst="line">
            <a:avLst/>
          </a:prstGeom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val 197">
            <a:extLst>
              <a:ext uri="{FF2B5EF4-FFF2-40B4-BE49-F238E27FC236}">
                <a16:creationId xmlns:a16="http://schemas.microsoft.com/office/drawing/2014/main" id="{2D12B516-AE4B-E99D-87BC-5CFB36C71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8411" y="3276098"/>
            <a:ext cx="161832" cy="16183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73AB57EF-D66D-7698-9C70-CA3208C72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10931" y="3267168"/>
            <a:ext cx="161832" cy="16183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3F8EE38E-93BB-78BF-1C39-81F6D9D0B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04072" y="3267168"/>
            <a:ext cx="161832" cy="16183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83287EF5-C4D9-4753-753C-1E8877024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07599" y="3267168"/>
            <a:ext cx="161832" cy="16183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E54E7BCA-C214-AFA3-287A-8F628B08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49294" y="3252615"/>
            <a:ext cx="161832" cy="16183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8D8CA0A3-F5DD-0F8C-009F-0B4044AC0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1519" y="3257536"/>
            <a:ext cx="161832" cy="16183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E442B147-42B4-B75B-2347-FF51308ECE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16014" y="3276098"/>
            <a:ext cx="161832" cy="16183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853188C-535A-E135-3DA8-467FF9A62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8625" y="3276098"/>
            <a:ext cx="161832" cy="16183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1917AF0-3F11-AC39-E8CD-C23DF52FF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0320" y="3276098"/>
            <a:ext cx="161832" cy="16183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3328EE4-9405-ED97-ACDE-EFFADC56A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78899" y="3267168"/>
            <a:ext cx="161832" cy="16183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7925099-0D83-2A1F-9F1E-1A53DF85E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79102" y="3271382"/>
            <a:ext cx="161832" cy="16183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5645953-97F4-4BEA-41AB-D837255DE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95429" y="3278980"/>
            <a:ext cx="161832" cy="16183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Text Placeholder 47">
            <a:extLst>
              <a:ext uri="{FF2B5EF4-FFF2-40B4-BE49-F238E27FC236}">
                <a16:creationId xmlns:a16="http://schemas.microsoft.com/office/drawing/2014/main" id="{92128767-30D3-1EC7-1161-CE41B4E79964}"/>
              </a:ext>
            </a:extLst>
          </p:cNvPr>
          <p:cNvSpPr txBox="1">
            <a:spLocks/>
          </p:cNvSpPr>
          <p:nvPr/>
        </p:nvSpPr>
        <p:spPr>
          <a:xfrm>
            <a:off x="817153" y="3669768"/>
            <a:ext cx="1343355" cy="11760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3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 spc="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00" b="1" dirty="0"/>
              <a:t>1956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000" b="1" dirty="0"/>
              <a:t>Birth Of AI</a:t>
            </a:r>
            <a:br>
              <a:rPr lang="en-US" dirty="0"/>
            </a:br>
            <a:r>
              <a:rPr lang="en-US" sz="800" dirty="0"/>
              <a:t>The Dartmouth Conference officially introduces the term Artificial Intelligence, starting formal AI research.</a:t>
            </a:r>
          </a:p>
        </p:txBody>
      </p:sp>
      <p:sp>
        <p:nvSpPr>
          <p:cNvPr id="87" name="Text Placeholder 47">
            <a:extLst>
              <a:ext uri="{FF2B5EF4-FFF2-40B4-BE49-F238E27FC236}">
                <a16:creationId xmlns:a16="http://schemas.microsoft.com/office/drawing/2014/main" id="{0984C583-0C06-5DBC-1DCA-0319709698E1}"/>
              </a:ext>
            </a:extLst>
          </p:cNvPr>
          <p:cNvSpPr txBox="1">
            <a:spLocks/>
          </p:cNvSpPr>
          <p:nvPr/>
        </p:nvSpPr>
        <p:spPr>
          <a:xfrm>
            <a:off x="1820126" y="1807495"/>
            <a:ext cx="1343355" cy="11760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3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 spc="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00" b="1" dirty="0"/>
              <a:t>1957-1960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000" b="1" dirty="0"/>
              <a:t>Early ML Ideas</a:t>
            </a:r>
            <a:br>
              <a:rPr lang="en-US" dirty="0"/>
            </a:br>
            <a:r>
              <a:rPr lang="en-US" sz="800" dirty="0"/>
              <a:t>The Perceptron neural network is developed, allowing computers to recognize simple patterns and learn from data.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800" dirty="0"/>
          </a:p>
        </p:txBody>
      </p:sp>
      <p:sp>
        <p:nvSpPr>
          <p:cNvPr id="88" name="Text Placeholder 47">
            <a:extLst>
              <a:ext uri="{FF2B5EF4-FFF2-40B4-BE49-F238E27FC236}">
                <a16:creationId xmlns:a16="http://schemas.microsoft.com/office/drawing/2014/main" id="{8BBF3E9D-46BA-B4AC-B83D-E0757D6BD761}"/>
              </a:ext>
            </a:extLst>
          </p:cNvPr>
          <p:cNvSpPr txBox="1">
            <a:spLocks/>
          </p:cNvSpPr>
          <p:nvPr/>
        </p:nvSpPr>
        <p:spPr>
          <a:xfrm>
            <a:off x="3899685" y="1790132"/>
            <a:ext cx="1343355" cy="14062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3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 spc="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00" b="1" dirty="0"/>
              <a:t>1970s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00" b="1" dirty="0"/>
              <a:t>Early Robotics &amp; Winter AI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800" dirty="0"/>
              <a:t>Projects like Shakey the Robot demonstrate reasoning in machines, but funding drops after slow progress, leading to the first AI Winter.</a:t>
            </a:r>
          </a:p>
        </p:txBody>
      </p:sp>
      <p:sp>
        <p:nvSpPr>
          <p:cNvPr id="89" name="Text Placeholder 47">
            <a:extLst>
              <a:ext uri="{FF2B5EF4-FFF2-40B4-BE49-F238E27FC236}">
                <a16:creationId xmlns:a16="http://schemas.microsoft.com/office/drawing/2014/main" id="{FBA96127-B9BF-C44D-69D9-51F31AC87209}"/>
              </a:ext>
            </a:extLst>
          </p:cNvPr>
          <p:cNvSpPr txBox="1">
            <a:spLocks/>
          </p:cNvSpPr>
          <p:nvPr/>
        </p:nvSpPr>
        <p:spPr>
          <a:xfrm>
            <a:off x="4778615" y="3669768"/>
            <a:ext cx="1343355" cy="11760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3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 spc="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00" b="1" dirty="0"/>
              <a:t>1980s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000" b="1" dirty="0"/>
              <a:t>Expert Systems &amp; Neural Networks</a:t>
            </a:r>
            <a:br>
              <a:rPr lang="en-US" dirty="0"/>
            </a:br>
            <a:r>
              <a:rPr lang="en-US" sz="800" dirty="0"/>
              <a:t>AI research grows again with expert systems and improvements in neural network training using backpropagation.</a:t>
            </a:r>
          </a:p>
        </p:txBody>
      </p:sp>
      <p:sp>
        <p:nvSpPr>
          <p:cNvPr id="90" name="Text Placeholder 47">
            <a:extLst>
              <a:ext uri="{FF2B5EF4-FFF2-40B4-BE49-F238E27FC236}">
                <a16:creationId xmlns:a16="http://schemas.microsoft.com/office/drawing/2014/main" id="{82B3540D-A8C1-D4DE-1B2D-FAB272223462}"/>
              </a:ext>
            </a:extLst>
          </p:cNvPr>
          <p:cNvSpPr txBox="1">
            <a:spLocks/>
          </p:cNvSpPr>
          <p:nvPr/>
        </p:nvSpPr>
        <p:spPr>
          <a:xfrm>
            <a:off x="5776320" y="1813706"/>
            <a:ext cx="1343355" cy="12433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3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 spc="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00" b="1" dirty="0"/>
              <a:t>1990s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00" b="1" dirty="0"/>
              <a:t>AI Beats Humans in Games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800" dirty="0"/>
              <a:t>In 1997, IBM’s Deep Blue defeats world chess champion Garry Kasparov, showing the power of computer intelligence.</a:t>
            </a:r>
          </a:p>
        </p:txBody>
      </p:sp>
      <p:sp>
        <p:nvSpPr>
          <p:cNvPr id="91" name="Text Placeholder 47">
            <a:extLst>
              <a:ext uri="{FF2B5EF4-FFF2-40B4-BE49-F238E27FC236}">
                <a16:creationId xmlns:a16="http://schemas.microsoft.com/office/drawing/2014/main" id="{34823B3A-2DF8-F142-9479-6C7CB60AC78A}"/>
              </a:ext>
            </a:extLst>
          </p:cNvPr>
          <p:cNvSpPr txBox="1">
            <a:spLocks/>
          </p:cNvSpPr>
          <p:nvPr/>
        </p:nvSpPr>
        <p:spPr>
          <a:xfrm>
            <a:off x="6741708" y="3707111"/>
            <a:ext cx="1464102" cy="11760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3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 spc="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00" b="1" dirty="0"/>
              <a:t>2000s Rise of Modern AI Research</a:t>
            </a:r>
            <a:endParaRPr lang="en-US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800" dirty="0"/>
              <a:t>Researchers begin focusing on deep learning and large datasets, enabling machines to recognize images and speech more accurately.</a:t>
            </a:r>
          </a:p>
        </p:txBody>
      </p:sp>
      <p:sp>
        <p:nvSpPr>
          <p:cNvPr id="94" name="Text Placeholder 47">
            <a:extLst>
              <a:ext uri="{FF2B5EF4-FFF2-40B4-BE49-F238E27FC236}">
                <a16:creationId xmlns:a16="http://schemas.microsoft.com/office/drawing/2014/main" id="{881FA01A-55CB-71F5-A13F-4A0BD5C79089}"/>
              </a:ext>
            </a:extLst>
          </p:cNvPr>
          <p:cNvSpPr txBox="1">
            <a:spLocks/>
          </p:cNvSpPr>
          <p:nvPr/>
        </p:nvSpPr>
        <p:spPr>
          <a:xfrm>
            <a:off x="7652955" y="1808463"/>
            <a:ext cx="1343355" cy="13054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3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 spc="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00" b="1" dirty="0"/>
              <a:t>2012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00" b="1" dirty="0"/>
              <a:t>Deep Learning Breakthrough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800" dirty="0"/>
              <a:t>The </a:t>
            </a:r>
            <a:r>
              <a:rPr lang="en-US" sz="800" dirty="0" err="1"/>
              <a:t>AlexNet</a:t>
            </a:r>
            <a:r>
              <a:rPr lang="en-US" sz="800" dirty="0"/>
              <a:t> neural network wins the ImageNet competition and dramatically improves image recognition accuracy.</a:t>
            </a:r>
          </a:p>
        </p:txBody>
      </p:sp>
      <p:sp>
        <p:nvSpPr>
          <p:cNvPr id="95" name="Text Placeholder 47">
            <a:extLst>
              <a:ext uri="{FF2B5EF4-FFF2-40B4-BE49-F238E27FC236}">
                <a16:creationId xmlns:a16="http://schemas.microsoft.com/office/drawing/2014/main" id="{38566BBE-931C-DD6F-CE68-5FACC61A1F60}"/>
              </a:ext>
            </a:extLst>
          </p:cNvPr>
          <p:cNvSpPr txBox="1">
            <a:spLocks/>
          </p:cNvSpPr>
          <p:nvPr/>
        </p:nvSpPr>
        <p:spPr>
          <a:xfrm>
            <a:off x="8688137" y="3707111"/>
            <a:ext cx="1343355" cy="12098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3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 spc="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00" b="1" dirty="0"/>
              <a:t>2016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000" b="1" dirty="0"/>
              <a:t>AI Masters Complex Strategy</a:t>
            </a:r>
            <a:br>
              <a:rPr lang="en-US" dirty="0"/>
            </a:br>
            <a:r>
              <a:rPr lang="en-US" sz="800" dirty="0"/>
              <a:t>Google DeepMind’s AlphaGo defeats world Go champion Lee Sedol, a major milestone in AI capabilities.</a:t>
            </a:r>
          </a:p>
        </p:txBody>
      </p:sp>
      <p:sp>
        <p:nvSpPr>
          <p:cNvPr id="96" name="Text Placeholder 47">
            <a:extLst>
              <a:ext uri="{FF2B5EF4-FFF2-40B4-BE49-F238E27FC236}">
                <a16:creationId xmlns:a16="http://schemas.microsoft.com/office/drawing/2014/main" id="{E5EA2736-C08B-6C2C-DC00-6560E3379560}"/>
              </a:ext>
            </a:extLst>
          </p:cNvPr>
          <p:cNvSpPr txBox="1">
            <a:spLocks/>
          </p:cNvSpPr>
          <p:nvPr/>
        </p:nvSpPr>
        <p:spPr>
          <a:xfrm>
            <a:off x="2916837" y="3663210"/>
            <a:ext cx="1343355" cy="11760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3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 spc="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00" b="1" dirty="0"/>
              <a:t>1960s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000" b="1" dirty="0"/>
              <a:t>First AI program &amp; Chatbots</a:t>
            </a:r>
            <a:br>
              <a:rPr lang="en-US" dirty="0"/>
            </a:br>
            <a:r>
              <a:rPr lang="en-US" sz="800" dirty="0"/>
              <a:t>Programs like ELIZA and DENDRAL show that computers can simulate conversations and assist experts in scientific tasks.</a:t>
            </a:r>
          </a:p>
        </p:txBody>
      </p:sp>
      <p:sp>
        <p:nvSpPr>
          <p:cNvPr id="97" name="Text Placeholder 47">
            <a:extLst>
              <a:ext uri="{FF2B5EF4-FFF2-40B4-BE49-F238E27FC236}">
                <a16:creationId xmlns:a16="http://schemas.microsoft.com/office/drawing/2014/main" id="{A67CF1FA-BD5B-603A-601D-E5B0BAA527D2}"/>
              </a:ext>
            </a:extLst>
          </p:cNvPr>
          <p:cNvSpPr txBox="1">
            <a:spLocks/>
          </p:cNvSpPr>
          <p:nvPr/>
        </p:nvSpPr>
        <p:spPr>
          <a:xfrm>
            <a:off x="9707012" y="1794051"/>
            <a:ext cx="1343355" cy="11760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3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 spc="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00" b="1" dirty="0"/>
              <a:t>2020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000" b="1" dirty="0"/>
              <a:t>Large Language Models</a:t>
            </a:r>
            <a:br>
              <a:rPr lang="en-US" dirty="0"/>
            </a:br>
            <a:r>
              <a:rPr lang="en-US" sz="800" dirty="0"/>
              <a:t>OpenAI releases GPT-3, showing that AI can generate human-like text and perform many language tasks.</a:t>
            </a:r>
          </a:p>
        </p:txBody>
      </p:sp>
      <p:sp>
        <p:nvSpPr>
          <p:cNvPr id="98" name="Text Placeholder 47">
            <a:extLst>
              <a:ext uri="{FF2B5EF4-FFF2-40B4-BE49-F238E27FC236}">
                <a16:creationId xmlns:a16="http://schemas.microsoft.com/office/drawing/2014/main" id="{836C8773-5553-0236-A87A-D2280203E8A9}"/>
              </a:ext>
            </a:extLst>
          </p:cNvPr>
          <p:cNvSpPr txBox="1">
            <a:spLocks/>
          </p:cNvSpPr>
          <p:nvPr/>
        </p:nvSpPr>
        <p:spPr>
          <a:xfrm>
            <a:off x="10719462" y="3707111"/>
            <a:ext cx="1343355" cy="11760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3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 spc="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00" b="1" dirty="0"/>
              <a:t>2022- Present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000" b="1" dirty="0"/>
              <a:t>Generative AI Era</a:t>
            </a:r>
            <a:br>
              <a:rPr lang="en-US" dirty="0"/>
            </a:br>
            <a:r>
              <a:rPr lang="en-US" sz="800" dirty="0"/>
              <a:t>Tools like ChatGPT, DALL-E, Gemini, and Sora allow AI to generate text, images, and videos, expanding AI into everyday applications.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DA3D3D6E-ED2A-8CCA-9DAD-0B3DC9515FC5}"/>
              </a:ext>
            </a:extLst>
          </p:cNvPr>
          <p:cNvCxnSpPr>
            <a:cxnSpLocks/>
          </p:cNvCxnSpPr>
          <p:nvPr/>
        </p:nvCxnSpPr>
        <p:spPr>
          <a:xfrm>
            <a:off x="2484988" y="3036815"/>
            <a:ext cx="6816" cy="21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35064F3-9629-9C23-66E1-B89FCC09AD93}"/>
              </a:ext>
            </a:extLst>
          </p:cNvPr>
          <p:cNvCxnSpPr>
            <a:cxnSpLocks/>
          </p:cNvCxnSpPr>
          <p:nvPr/>
        </p:nvCxnSpPr>
        <p:spPr>
          <a:xfrm>
            <a:off x="4534523" y="3066176"/>
            <a:ext cx="0" cy="200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9F1DAC87-94D3-06F8-CD47-5CF9A5D0AC74}"/>
              </a:ext>
            </a:extLst>
          </p:cNvPr>
          <p:cNvCxnSpPr>
            <a:cxnSpLocks/>
          </p:cNvCxnSpPr>
          <p:nvPr/>
        </p:nvCxnSpPr>
        <p:spPr>
          <a:xfrm>
            <a:off x="8364098" y="3066176"/>
            <a:ext cx="0" cy="228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BA2CDE7A-8828-9F19-7428-4F2531D9E74C}"/>
              </a:ext>
            </a:extLst>
          </p:cNvPr>
          <p:cNvCxnSpPr>
            <a:cxnSpLocks/>
          </p:cNvCxnSpPr>
          <p:nvPr/>
        </p:nvCxnSpPr>
        <p:spPr>
          <a:xfrm>
            <a:off x="10457151" y="3036815"/>
            <a:ext cx="0" cy="2303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4AA9F550-1E86-1B0C-3878-F39267AFB8FE}"/>
              </a:ext>
            </a:extLst>
          </p:cNvPr>
          <p:cNvCxnSpPr>
            <a:cxnSpLocks/>
          </p:cNvCxnSpPr>
          <p:nvPr/>
        </p:nvCxnSpPr>
        <p:spPr>
          <a:xfrm>
            <a:off x="1500514" y="3437930"/>
            <a:ext cx="0" cy="1373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183A039A-84F8-8E68-B863-662747DC816D}"/>
              </a:ext>
            </a:extLst>
          </p:cNvPr>
          <p:cNvCxnSpPr>
            <a:cxnSpLocks/>
          </p:cNvCxnSpPr>
          <p:nvPr/>
        </p:nvCxnSpPr>
        <p:spPr>
          <a:xfrm>
            <a:off x="3579577" y="3429000"/>
            <a:ext cx="0" cy="200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8E156C8-A67E-95F6-349F-841546D2F3CD}"/>
              </a:ext>
            </a:extLst>
          </p:cNvPr>
          <p:cNvCxnSpPr>
            <a:cxnSpLocks/>
          </p:cNvCxnSpPr>
          <p:nvPr/>
        </p:nvCxnSpPr>
        <p:spPr>
          <a:xfrm>
            <a:off x="5446127" y="3429000"/>
            <a:ext cx="0" cy="200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6C9601F-1340-FFA4-BA24-D3895BB88958}"/>
              </a:ext>
            </a:extLst>
          </p:cNvPr>
          <p:cNvCxnSpPr>
            <a:cxnSpLocks/>
          </p:cNvCxnSpPr>
          <p:nvPr/>
        </p:nvCxnSpPr>
        <p:spPr>
          <a:xfrm>
            <a:off x="7430123" y="3437930"/>
            <a:ext cx="0" cy="200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97A3B24-44A9-EBB5-BB2D-A4EA0F1119A0}"/>
              </a:ext>
            </a:extLst>
          </p:cNvPr>
          <p:cNvCxnSpPr>
            <a:cxnSpLocks/>
          </p:cNvCxnSpPr>
          <p:nvPr/>
        </p:nvCxnSpPr>
        <p:spPr>
          <a:xfrm>
            <a:off x="9367980" y="3463444"/>
            <a:ext cx="0" cy="200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EF779E3-F15B-308D-DE82-7C407B6FFED5}"/>
              </a:ext>
            </a:extLst>
          </p:cNvPr>
          <p:cNvCxnSpPr>
            <a:cxnSpLocks/>
          </p:cNvCxnSpPr>
          <p:nvPr/>
        </p:nvCxnSpPr>
        <p:spPr>
          <a:xfrm>
            <a:off x="11586868" y="3429000"/>
            <a:ext cx="0" cy="200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DA92290D-A5A7-23AA-C6DB-7E96CB909D65}"/>
              </a:ext>
            </a:extLst>
          </p:cNvPr>
          <p:cNvCxnSpPr>
            <a:cxnSpLocks/>
          </p:cNvCxnSpPr>
          <p:nvPr/>
        </p:nvCxnSpPr>
        <p:spPr>
          <a:xfrm>
            <a:off x="6396930" y="3066176"/>
            <a:ext cx="0" cy="200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6C1633C-7761-8A56-2B3E-73E45016C9A3}"/>
              </a:ext>
            </a:extLst>
          </p:cNvPr>
          <p:cNvCxnSpPr>
            <a:cxnSpLocks/>
          </p:cNvCxnSpPr>
          <p:nvPr/>
        </p:nvCxnSpPr>
        <p:spPr>
          <a:xfrm>
            <a:off x="569327" y="3071256"/>
            <a:ext cx="6816" cy="21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309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M67302905">
      <a:dk1>
        <a:srgbClr val="000000"/>
      </a:dk1>
      <a:lt1>
        <a:srgbClr val="FFFFFF"/>
      </a:lt1>
      <a:dk2>
        <a:srgbClr val="454D55"/>
      </a:dk2>
      <a:lt2>
        <a:srgbClr val="808080"/>
      </a:lt2>
      <a:accent1>
        <a:srgbClr val="D9C369"/>
      </a:accent1>
      <a:accent2>
        <a:srgbClr val="263CC3"/>
      </a:accent2>
      <a:accent3>
        <a:srgbClr val="F2F2F2"/>
      </a:accent3>
      <a:accent4>
        <a:srgbClr val="AA4C41"/>
      </a:accent4>
      <a:accent5>
        <a:srgbClr val="2C453E"/>
      </a:accent5>
      <a:accent6>
        <a:srgbClr val="B39565"/>
      </a:accent6>
      <a:hlink>
        <a:srgbClr val="808080"/>
      </a:hlink>
      <a:folHlink>
        <a:srgbClr val="808080"/>
      </a:folHlink>
    </a:clrScheme>
    <a:fontScheme name="Custom 48">
      <a:majorFont>
        <a:latin typeface="Georgia"/>
        <a:ea typeface=""/>
        <a:cs typeface=""/>
      </a:majorFont>
      <a:minorFont>
        <a:latin typeface="Kaling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7302905_win32_SL_v6" id="{01B1D590-389A-46C5-8269-F19208F907A5}" vid="{8039636F-2BBF-4020-BA27-6E2A4D54B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B183AC2-3A14-4088-93CE-22AF45B23A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4261C9-28E3-4AF0-8A1F-5AE1D62A53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8422510-E1CB-4FC8-BE08-DFB89B9B5A3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History and milestone timeline</Template>
  <TotalTime>59</TotalTime>
  <Words>297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Georgia</vt:lpstr>
      <vt:lpstr>Kalinga</vt:lpstr>
      <vt:lpstr>Office Theme</vt:lpstr>
      <vt:lpstr>Evolution of Artificial Intelligence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parin shah</dc:creator>
  <cp:lastModifiedBy>parin shah</cp:lastModifiedBy>
  <cp:revision>1</cp:revision>
  <dcterms:created xsi:type="dcterms:W3CDTF">2026-03-06T17:48:17Z</dcterms:created>
  <dcterms:modified xsi:type="dcterms:W3CDTF">2026-03-06T18:47:37Z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